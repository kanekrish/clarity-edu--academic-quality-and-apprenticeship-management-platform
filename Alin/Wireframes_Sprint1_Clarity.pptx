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98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— Sprint 1 Design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E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– Continuous Quality Assurance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wireframes for MVP screens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73152" cy="256032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73152" cy="256032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Generator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73152" cy="256032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Import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926080"/>
            <a:ext cx="73152" cy="256032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Mapping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337560"/>
            <a:ext cx="73152" cy="256032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749040"/>
            <a:ext cx="73152" cy="256032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Alin &amp; Larisa  |  QHO635 Industrial Consulting Project  |  Sprint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E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" y="694944"/>
            <a:ext cx="1316736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344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7373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22402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29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274320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324612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9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1463040" y="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0"/>
          <p:cNvSpPr/>
          <p:nvPr/>
        </p:nvSpPr>
        <p:spPr>
          <a:xfrm>
            <a:off x="1691640" y="45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669280" y="109728"/>
            <a:ext cx="2011680" cy="329184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15544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89320" y="109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Search...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137160"/>
            <a:ext cx="256032" cy="25603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75320" y="109728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128016"/>
            <a:ext cx="274320" cy="27432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645920" y="731520"/>
            <a:ext cx="1600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15"/>
          <p:cNvSpPr/>
          <p:nvPr/>
        </p:nvSpPr>
        <p:spPr>
          <a:xfrm>
            <a:off x="1783080" y="777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27" name="Text 16"/>
          <p:cNvSpPr/>
          <p:nvPr/>
        </p:nvSpPr>
        <p:spPr>
          <a:xfrm>
            <a:off x="1783080" y="1188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Modules</a:t>
            </a:r>
            <a:endParaRPr lang="en-US" sz="850" dirty="0"/>
          </a:p>
        </p:txBody>
      </p:sp>
      <p:sp>
        <p:nvSpPr>
          <p:cNvPr id="28" name="Shape 17"/>
          <p:cNvSpPr/>
          <p:nvPr/>
        </p:nvSpPr>
        <p:spPr>
          <a:xfrm>
            <a:off x="3429000" y="731520"/>
            <a:ext cx="1600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18"/>
          <p:cNvSpPr/>
          <p:nvPr/>
        </p:nvSpPr>
        <p:spPr>
          <a:xfrm>
            <a:off x="3566160" y="777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19"/>
          <p:cNvSpPr/>
          <p:nvPr/>
        </p:nvSpPr>
        <p:spPr>
          <a:xfrm>
            <a:off x="3566160" y="1188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Learners</a:t>
            </a:r>
            <a:endParaRPr lang="en-US" sz="850" dirty="0"/>
          </a:p>
        </p:txBody>
      </p:sp>
      <p:sp>
        <p:nvSpPr>
          <p:cNvPr id="31" name="Shape 20"/>
          <p:cNvSpPr/>
          <p:nvPr/>
        </p:nvSpPr>
        <p:spPr>
          <a:xfrm>
            <a:off x="5212080" y="731520"/>
            <a:ext cx="1600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21"/>
          <p:cNvSpPr/>
          <p:nvPr/>
        </p:nvSpPr>
        <p:spPr>
          <a:xfrm>
            <a:off x="5349240" y="777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33" name="Text 22"/>
          <p:cNvSpPr/>
          <p:nvPr/>
        </p:nvSpPr>
        <p:spPr>
          <a:xfrm>
            <a:off x="5349240" y="1188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Marks</a:t>
            </a:r>
            <a:endParaRPr lang="en-US" sz="850" dirty="0"/>
          </a:p>
        </p:txBody>
      </p:sp>
      <p:sp>
        <p:nvSpPr>
          <p:cNvPr id="34" name="Shape 23"/>
          <p:cNvSpPr/>
          <p:nvPr/>
        </p:nvSpPr>
        <p:spPr>
          <a:xfrm>
            <a:off x="6995160" y="731520"/>
            <a:ext cx="1600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24"/>
          <p:cNvSpPr/>
          <p:nvPr/>
        </p:nvSpPr>
        <p:spPr>
          <a:xfrm>
            <a:off x="7132320" y="777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600" dirty="0"/>
          </a:p>
        </p:txBody>
      </p:sp>
      <p:sp>
        <p:nvSpPr>
          <p:cNvPr id="36" name="Text 25"/>
          <p:cNvSpPr/>
          <p:nvPr/>
        </p:nvSpPr>
        <p:spPr>
          <a:xfrm>
            <a:off x="7132320" y="1188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Coverage</a:t>
            </a:r>
            <a:endParaRPr lang="en-US" sz="850" dirty="0"/>
          </a:p>
        </p:txBody>
      </p:sp>
      <p:sp>
        <p:nvSpPr>
          <p:cNvPr id="37" name="Shape 26"/>
          <p:cNvSpPr/>
          <p:nvPr/>
        </p:nvSpPr>
        <p:spPr>
          <a:xfrm>
            <a:off x="1645920" y="1737360"/>
            <a:ext cx="43891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Text 27"/>
          <p:cNvSpPr/>
          <p:nvPr/>
        </p:nvSpPr>
        <p:spPr>
          <a:xfrm>
            <a:off x="1783080" y="18105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Progress Overview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1920240" y="2788920"/>
            <a:ext cx="320040" cy="960120"/>
          </a:xfrm>
          <a:prstGeom prst="rect">
            <a:avLst/>
          </a:prstGeom>
          <a:solidFill>
            <a:srgbClr val="1199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29"/>
          <p:cNvSpPr/>
          <p:nvPr/>
        </p:nvSpPr>
        <p:spPr>
          <a:xfrm>
            <a:off x="2468880" y="3063240"/>
            <a:ext cx="320040" cy="685800"/>
          </a:xfrm>
          <a:prstGeom prst="rect">
            <a:avLst/>
          </a:prstGeom>
          <a:solidFill>
            <a:srgbClr val="1199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0"/>
          <p:cNvSpPr/>
          <p:nvPr/>
        </p:nvSpPr>
        <p:spPr>
          <a:xfrm>
            <a:off x="3017520" y="2583180"/>
            <a:ext cx="320040" cy="1165860"/>
          </a:xfrm>
          <a:prstGeom prst="rect">
            <a:avLst/>
          </a:prstGeom>
          <a:solidFill>
            <a:srgbClr val="1199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1"/>
          <p:cNvSpPr/>
          <p:nvPr/>
        </p:nvSpPr>
        <p:spPr>
          <a:xfrm>
            <a:off x="3566160" y="2926080"/>
            <a:ext cx="320040" cy="822960"/>
          </a:xfrm>
          <a:prstGeom prst="rect">
            <a:avLst/>
          </a:prstGeom>
          <a:solidFill>
            <a:srgbClr val="1199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32"/>
          <p:cNvSpPr/>
          <p:nvPr/>
        </p:nvSpPr>
        <p:spPr>
          <a:xfrm>
            <a:off x="4114800" y="2514600"/>
            <a:ext cx="320040" cy="1234440"/>
          </a:xfrm>
          <a:prstGeom prst="rect">
            <a:avLst/>
          </a:prstGeom>
          <a:solidFill>
            <a:srgbClr val="1199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33"/>
          <p:cNvSpPr/>
          <p:nvPr/>
        </p:nvSpPr>
        <p:spPr>
          <a:xfrm>
            <a:off x="4663440" y="3200400"/>
            <a:ext cx="32004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34"/>
          <p:cNvSpPr/>
          <p:nvPr/>
        </p:nvSpPr>
        <p:spPr>
          <a:xfrm>
            <a:off x="5212080" y="2720340"/>
            <a:ext cx="320040" cy="1028700"/>
          </a:xfrm>
          <a:prstGeom prst="rect">
            <a:avLst/>
          </a:prstGeom>
          <a:solidFill>
            <a:srgbClr val="11999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35"/>
          <p:cNvSpPr/>
          <p:nvPr/>
        </p:nvSpPr>
        <p:spPr>
          <a:xfrm>
            <a:off x="6217920" y="17373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36"/>
          <p:cNvSpPr/>
          <p:nvPr/>
        </p:nvSpPr>
        <p:spPr>
          <a:xfrm>
            <a:off x="6355080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6355080" y="2103120"/>
            <a:ext cx="54864" cy="201168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38"/>
          <p:cNvSpPr/>
          <p:nvPr/>
        </p:nvSpPr>
        <p:spPr>
          <a:xfrm>
            <a:off x="6492240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file uploaded — BSc DA</a:t>
            </a:r>
            <a:endParaRPr lang="en-US" sz="750" dirty="0"/>
          </a:p>
        </p:txBody>
      </p:sp>
      <p:sp>
        <p:nvSpPr>
          <p:cNvPr id="50" name="Shape 39"/>
          <p:cNvSpPr/>
          <p:nvPr/>
        </p:nvSpPr>
        <p:spPr>
          <a:xfrm>
            <a:off x="6355080" y="2450592"/>
            <a:ext cx="54864" cy="201168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0"/>
          <p:cNvSpPr/>
          <p:nvPr/>
        </p:nvSpPr>
        <p:spPr>
          <a:xfrm>
            <a:off x="6492240" y="2450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generated — Sem 2</a:t>
            </a:r>
            <a:endParaRPr lang="en-US" sz="750" dirty="0"/>
          </a:p>
        </p:txBody>
      </p:sp>
      <p:sp>
        <p:nvSpPr>
          <p:cNvPr id="52" name="Shape 41"/>
          <p:cNvSpPr/>
          <p:nvPr/>
        </p:nvSpPr>
        <p:spPr>
          <a:xfrm>
            <a:off x="6355080" y="2798064"/>
            <a:ext cx="54864" cy="201168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42"/>
          <p:cNvSpPr/>
          <p:nvPr/>
        </p:nvSpPr>
        <p:spPr>
          <a:xfrm>
            <a:off x="6492240" y="27980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mapping updated — Mod 4</a:t>
            </a:r>
            <a:endParaRPr lang="en-US" sz="750" dirty="0"/>
          </a:p>
        </p:txBody>
      </p:sp>
      <p:sp>
        <p:nvSpPr>
          <p:cNvPr id="54" name="Shape 43"/>
          <p:cNvSpPr/>
          <p:nvPr/>
        </p:nvSpPr>
        <p:spPr>
          <a:xfrm>
            <a:off x="6355080" y="3145536"/>
            <a:ext cx="54864" cy="201168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44"/>
          <p:cNvSpPr/>
          <p:nvPr/>
        </p:nvSpPr>
        <p:spPr>
          <a:xfrm>
            <a:off x="6492240" y="3145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feedback — J. Smith</a:t>
            </a:r>
            <a:endParaRPr lang="en-US" sz="750" dirty="0"/>
          </a:p>
        </p:txBody>
      </p:sp>
      <p:sp>
        <p:nvSpPr>
          <p:cNvPr id="56" name="Shape 45"/>
          <p:cNvSpPr/>
          <p:nvPr/>
        </p:nvSpPr>
        <p:spPr>
          <a:xfrm>
            <a:off x="6355080" y="3493008"/>
            <a:ext cx="54864" cy="201168"/>
          </a:xfrm>
          <a:prstGeom prst="rect">
            <a:avLst/>
          </a:prstGeom>
          <a:solidFill>
            <a:srgbClr val="30E3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49224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due — 15 Mar</a:t>
            </a:r>
            <a:endParaRPr lang="en-US" sz="750" dirty="0"/>
          </a:p>
        </p:txBody>
      </p:sp>
      <p:sp>
        <p:nvSpPr>
          <p:cNvPr id="58" name="Shape 47"/>
          <p:cNvSpPr/>
          <p:nvPr/>
        </p:nvSpPr>
        <p:spPr>
          <a:xfrm>
            <a:off x="1645920" y="4160520"/>
            <a:ext cx="7132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Text 48"/>
          <p:cNvSpPr/>
          <p:nvPr/>
        </p:nvSpPr>
        <p:spPr>
          <a:xfrm>
            <a:off x="1783080" y="42336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1828800" y="4480560"/>
            <a:ext cx="155448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0"/>
          <p:cNvSpPr/>
          <p:nvPr/>
        </p:nvSpPr>
        <p:spPr>
          <a:xfrm>
            <a:off x="182880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Schedule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3566160" y="4480560"/>
            <a:ext cx="155448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52"/>
          <p:cNvSpPr/>
          <p:nvPr/>
        </p:nvSpPr>
        <p:spPr>
          <a:xfrm>
            <a:off x="356616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Grades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5303520" y="4480560"/>
            <a:ext cx="155448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54"/>
          <p:cNvSpPr/>
          <p:nvPr/>
        </p:nvSpPr>
        <p:spPr>
          <a:xfrm>
            <a:off x="530352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KSB Gaps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7040880" y="4480560"/>
            <a:ext cx="1554480" cy="2926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56"/>
          <p:cNvSpPr/>
          <p:nvPr/>
        </p:nvSpPr>
        <p:spPr>
          <a:xfrm>
            <a:off x="704088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</a:t>
            </a:r>
            <a:endParaRPr lang="en-US" sz="900" dirty="0"/>
          </a:p>
        </p:txBody>
      </p:sp>
      <p:sp>
        <p:nvSpPr>
          <p:cNvPr id="68" name="Text 57"/>
          <p:cNvSpPr/>
          <p:nvPr/>
        </p:nvSpPr>
        <p:spPr>
          <a:xfrm>
            <a:off x="146304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1: Dashboard — Overview of key metrics and quick actions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E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" y="1197864"/>
            <a:ext cx="1316736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344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7373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22402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29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274320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324612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9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1463040" y="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0"/>
          <p:cNvSpPr/>
          <p:nvPr/>
        </p:nvSpPr>
        <p:spPr>
          <a:xfrm>
            <a:off x="1691640" y="45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Delivery Schedule Generator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669280" y="109728"/>
            <a:ext cx="2011680" cy="329184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15544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89320" y="109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Search...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137160"/>
            <a:ext cx="256032" cy="25603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75320" y="109728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128016"/>
            <a:ext cx="274320" cy="27432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645920" y="7315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15"/>
          <p:cNvSpPr/>
          <p:nvPr/>
        </p:nvSpPr>
        <p:spPr>
          <a:xfrm>
            <a:off x="1783080" y="804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Configuration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1828800" y="1051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800" dirty="0"/>
          </a:p>
        </p:txBody>
      </p:sp>
      <p:sp>
        <p:nvSpPr>
          <p:cNvPr id="28" name="Shape 17"/>
          <p:cNvSpPr/>
          <p:nvPr/>
        </p:nvSpPr>
        <p:spPr>
          <a:xfrm>
            <a:off x="1828800" y="1234440"/>
            <a:ext cx="155448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18"/>
          <p:cNvSpPr/>
          <p:nvPr/>
        </p:nvSpPr>
        <p:spPr>
          <a:xfrm>
            <a:off x="3520440" y="1051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Start</a:t>
            </a:r>
            <a:endParaRPr lang="en-US" sz="800" dirty="0"/>
          </a:p>
        </p:txBody>
      </p:sp>
      <p:sp>
        <p:nvSpPr>
          <p:cNvPr id="30" name="Shape 19"/>
          <p:cNvSpPr/>
          <p:nvPr/>
        </p:nvSpPr>
        <p:spPr>
          <a:xfrm>
            <a:off x="3520440" y="1234440"/>
            <a:ext cx="155448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0"/>
          <p:cNvSpPr/>
          <p:nvPr/>
        </p:nvSpPr>
        <p:spPr>
          <a:xfrm>
            <a:off x="1828800" y="1600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Break Start</a:t>
            </a:r>
            <a:endParaRPr lang="en-US" sz="800" dirty="0"/>
          </a:p>
        </p:txBody>
      </p:sp>
      <p:sp>
        <p:nvSpPr>
          <p:cNvPr id="32" name="Shape 21"/>
          <p:cNvSpPr/>
          <p:nvPr/>
        </p:nvSpPr>
        <p:spPr>
          <a:xfrm>
            <a:off x="1828800" y="1783080"/>
            <a:ext cx="155448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2"/>
          <p:cNvSpPr/>
          <p:nvPr/>
        </p:nvSpPr>
        <p:spPr>
          <a:xfrm>
            <a:off x="3520440" y="1600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Break End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3520440" y="1783080"/>
            <a:ext cx="155448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4"/>
          <p:cNvSpPr/>
          <p:nvPr/>
        </p:nvSpPr>
        <p:spPr>
          <a:xfrm>
            <a:off x="1828800" y="2148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 Break Start</a:t>
            </a:r>
            <a:endParaRPr lang="en-US" sz="800" dirty="0"/>
          </a:p>
        </p:txBody>
      </p:sp>
      <p:sp>
        <p:nvSpPr>
          <p:cNvPr id="36" name="Shape 25"/>
          <p:cNvSpPr/>
          <p:nvPr/>
        </p:nvSpPr>
        <p:spPr>
          <a:xfrm>
            <a:off x="1828800" y="2331720"/>
            <a:ext cx="155448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3520440" y="2148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 Break End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3520440" y="2331720"/>
            <a:ext cx="155448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28"/>
          <p:cNvSpPr/>
          <p:nvPr/>
        </p:nvSpPr>
        <p:spPr>
          <a:xfrm>
            <a:off x="1828800" y="2834640"/>
            <a:ext cx="20116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29"/>
          <p:cNvSpPr/>
          <p:nvPr/>
        </p:nvSpPr>
        <p:spPr>
          <a:xfrm>
            <a:off x="182880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Schedule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4023360" y="2834640"/>
            <a:ext cx="1097280" cy="3200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31"/>
          <p:cNvSpPr/>
          <p:nvPr/>
        </p:nvSpPr>
        <p:spPr>
          <a:xfrm>
            <a:off x="402336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5486400" y="731520"/>
            <a:ext cx="329184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3"/>
          <p:cNvSpPr/>
          <p:nvPr/>
        </p:nvSpPr>
        <p:spPr>
          <a:xfrm>
            <a:off x="5623560" y="8046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Preview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5623560" y="1097280"/>
            <a:ext cx="7543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35"/>
          <p:cNvSpPr/>
          <p:nvPr/>
        </p:nvSpPr>
        <p:spPr>
          <a:xfrm>
            <a:off x="5669280" y="10972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750" dirty="0"/>
          </a:p>
        </p:txBody>
      </p:sp>
      <p:sp>
        <p:nvSpPr>
          <p:cNvPr id="47" name="Shape 36"/>
          <p:cNvSpPr/>
          <p:nvPr/>
        </p:nvSpPr>
        <p:spPr>
          <a:xfrm>
            <a:off x="6377940" y="1097280"/>
            <a:ext cx="7543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37"/>
          <p:cNvSpPr/>
          <p:nvPr/>
        </p:nvSpPr>
        <p:spPr>
          <a:xfrm>
            <a:off x="6423660" y="10972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49" name="Shape 38"/>
          <p:cNvSpPr/>
          <p:nvPr/>
        </p:nvSpPr>
        <p:spPr>
          <a:xfrm>
            <a:off x="7132320" y="1097280"/>
            <a:ext cx="7543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39"/>
          <p:cNvSpPr/>
          <p:nvPr/>
        </p:nvSpPr>
        <p:spPr>
          <a:xfrm>
            <a:off x="7178040" y="10972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750" dirty="0"/>
          </a:p>
        </p:txBody>
      </p:sp>
      <p:sp>
        <p:nvSpPr>
          <p:cNvPr id="51" name="Shape 40"/>
          <p:cNvSpPr/>
          <p:nvPr/>
        </p:nvSpPr>
        <p:spPr>
          <a:xfrm>
            <a:off x="7886700" y="1097280"/>
            <a:ext cx="7543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1"/>
          <p:cNvSpPr/>
          <p:nvPr/>
        </p:nvSpPr>
        <p:spPr>
          <a:xfrm>
            <a:off x="7932420" y="10972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750" dirty="0"/>
          </a:p>
        </p:txBody>
      </p:sp>
      <p:sp>
        <p:nvSpPr>
          <p:cNvPr id="53" name="Shape 42"/>
          <p:cNvSpPr/>
          <p:nvPr/>
        </p:nvSpPr>
        <p:spPr>
          <a:xfrm>
            <a:off x="5623560" y="13716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43"/>
          <p:cNvSpPr/>
          <p:nvPr/>
        </p:nvSpPr>
        <p:spPr>
          <a:xfrm>
            <a:off x="5669280" y="13716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5" name="Shape 44"/>
          <p:cNvSpPr/>
          <p:nvPr/>
        </p:nvSpPr>
        <p:spPr>
          <a:xfrm>
            <a:off x="6377940" y="13716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45"/>
          <p:cNvSpPr/>
          <p:nvPr/>
        </p:nvSpPr>
        <p:spPr>
          <a:xfrm>
            <a:off x="6423660" y="13716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Jan</a:t>
            </a:r>
            <a:endParaRPr lang="en-US" sz="750" dirty="0"/>
          </a:p>
        </p:txBody>
      </p:sp>
      <p:sp>
        <p:nvSpPr>
          <p:cNvPr id="57" name="Shape 46"/>
          <p:cNvSpPr/>
          <p:nvPr/>
        </p:nvSpPr>
        <p:spPr>
          <a:xfrm>
            <a:off x="7132320" y="13716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47"/>
          <p:cNvSpPr/>
          <p:nvPr/>
        </p:nvSpPr>
        <p:spPr>
          <a:xfrm>
            <a:off x="7178040" y="13716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</a:t>
            </a:r>
            <a:endParaRPr lang="en-US" sz="750" dirty="0"/>
          </a:p>
        </p:txBody>
      </p:sp>
      <p:sp>
        <p:nvSpPr>
          <p:cNvPr id="59" name="Shape 48"/>
          <p:cNvSpPr/>
          <p:nvPr/>
        </p:nvSpPr>
        <p:spPr>
          <a:xfrm>
            <a:off x="7886700" y="13716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49"/>
          <p:cNvSpPr/>
          <p:nvPr/>
        </p:nvSpPr>
        <p:spPr>
          <a:xfrm>
            <a:off x="7932420" y="13716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KSBs</a:t>
            </a:r>
            <a:endParaRPr lang="en-US" sz="750" dirty="0"/>
          </a:p>
        </p:txBody>
      </p:sp>
      <p:sp>
        <p:nvSpPr>
          <p:cNvPr id="61" name="Shape 50"/>
          <p:cNvSpPr/>
          <p:nvPr/>
        </p:nvSpPr>
        <p:spPr>
          <a:xfrm>
            <a:off x="5623560" y="16459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1"/>
          <p:cNvSpPr/>
          <p:nvPr/>
        </p:nvSpPr>
        <p:spPr>
          <a:xfrm>
            <a:off x="5669280" y="16459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6377940" y="16459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53"/>
          <p:cNvSpPr/>
          <p:nvPr/>
        </p:nvSpPr>
        <p:spPr>
          <a:xfrm>
            <a:off x="6423660" y="16459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Jan</a:t>
            </a:r>
            <a:endParaRPr lang="en-US" sz="750" dirty="0"/>
          </a:p>
        </p:txBody>
      </p:sp>
      <p:sp>
        <p:nvSpPr>
          <p:cNvPr id="65" name="Shape 54"/>
          <p:cNvSpPr/>
          <p:nvPr/>
        </p:nvSpPr>
        <p:spPr>
          <a:xfrm>
            <a:off x="7132320" y="16459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55"/>
          <p:cNvSpPr/>
          <p:nvPr/>
        </p:nvSpPr>
        <p:spPr>
          <a:xfrm>
            <a:off x="7178040" y="16459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</a:t>
            </a:r>
            <a:endParaRPr lang="en-US" sz="750" dirty="0"/>
          </a:p>
        </p:txBody>
      </p:sp>
      <p:sp>
        <p:nvSpPr>
          <p:cNvPr id="67" name="Shape 56"/>
          <p:cNvSpPr/>
          <p:nvPr/>
        </p:nvSpPr>
        <p:spPr>
          <a:xfrm>
            <a:off x="7886700" y="16459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57"/>
          <p:cNvSpPr/>
          <p:nvPr/>
        </p:nvSpPr>
        <p:spPr>
          <a:xfrm>
            <a:off x="7932420" y="16459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Map</a:t>
            </a:r>
            <a:endParaRPr lang="en-US" sz="750" dirty="0"/>
          </a:p>
        </p:txBody>
      </p:sp>
      <p:sp>
        <p:nvSpPr>
          <p:cNvPr id="69" name="Shape 58"/>
          <p:cNvSpPr/>
          <p:nvPr/>
        </p:nvSpPr>
        <p:spPr>
          <a:xfrm>
            <a:off x="5623560" y="19202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59"/>
          <p:cNvSpPr/>
          <p:nvPr/>
        </p:nvSpPr>
        <p:spPr>
          <a:xfrm>
            <a:off x="5669280" y="19202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71" name="Shape 60"/>
          <p:cNvSpPr/>
          <p:nvPr/>
        </p:nvSpPr>
        <p:spPr>
          <a:xfrm>
            <a:off x="6377940" y="19202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1"/>
          <p:cNvSpPr/>
          <p:nvPr/>
        </p:nvSpPr>
        <p:spPr>
          <a:xfrm>
            <a:off x="6423660" y="19202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Jan</a:t>
            </a:r>
            <a:endParaRPr lang="en-US" sz="750" dirty="0"/>
          </a:p>
        </p:txBody>
      </p:sp>
      <p:sp>
        <p:nvSpPr>
          <p:cNvPr id="73" name="Shape 62"/>
          <p:cNvSpPr/>
          <p:nvPr/>
        </p:nvSpPr>
        <p:spPr>
          <a:xfrm>
            <a:off x="7132320" y="19202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63"/>
          <p:cNvSpPr/>
          <p:nvPr/>
        </p:nvSpPr>
        <p:spPr>
          <a:xfrm>
            <a:off x="7178040" y="19202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DA402</a:t>
            </a:r>
            <a:endParaRPr lang="en-US" sz="750" dirty="0"/>
          </a:p>
        </p:txBody>
      </p:sp>
      <p:sp>
        <p:nvSpPr>
          <p:cNvPr id="75" name="Shape 64"/>
          <p:cNvSpPr/>
          <p:nvPr/>
        </p:nvSpPr>
        <p:spPr>
          <a:xfrm>
            <a:off x="7886700" y="19202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65"/>
          <p:cNvSpPr/>
          <p:nvPr/>
        </p:nvSpPr>
        <p:spPr>
          <a:xfrm>
            <a:off x="7932420" y="19202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</a:t>
            </a:r>
            <a:endParaRPr lang="en-US" sz="750" dirty="0"/>
          </a:p>
        </p:txBody>
      </p:sp>
      <p:sp>
        <p:nvSpPr>
          <p:cNvPr id="77" name="Shape 66"/>
          <p:cNvSpPr/>
          <p:nvPr/>
        </p:nvSpPr>
        <p:spPr>
          <a:xfrm>
            <a:off x="5623560" y="21945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67"/>
          <p:cNvSpPr/>
          <p:nvPr/>
        </p:nvSpPr>
        <p:spPr>
          <a:xfrm>
            <a:off x="5669280" y="21945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9" name="Shape 68"/>
          <p:cNvSpPr/>
          <p:nvPr/>
        </p:nvSpPr>
        <p:spPr>
          <a:xfrm>
            <a:off x="6377940" y="21945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69"/>
          <p:cNvSpPr/>
          <p:nvPr/>
        </p:nvSpPr>
        <p:spPr>
          <a:xfrm>
            <a:off x="6423660" y="21945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Feb</a:t>
            </a:r>
            <a:endParaRPr lang="en-US" sz="750" dirty="0"/>
          </a:p>
        </p:txBody>
      </p:sp>
      <p:sp>
        <p:nvSpPr>
          <p:cNvPr id="81" name="Shape 70"/>
          <p:cNvSpPr/>
          <p:nvPr/>
        </p:nvSpPr>
        <p:spPr>
          <a:xfrm>
            <a:off x="7132320" y="21945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1"/>
          <p:cNvSpPr/>
          <p:nvPr/>
        </p:nvSpPr>
        <p:spPr>
          <a:xfrm>
            <a:off x="7178040" y="21945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DA402</a:t>
            </a:r>
            <a:endParaRPr lang="en-US" sz="750" dirty="0"/>
          </a:p>
        </p:txBody>
      </p:sp>
      <p:sp>
        <p:nvSpPr>
          <p:cNvPr id="83" name="Shape 72"/>
          <p:cNvSpPr/>
          <p:nvPr/>
        </p:nvSpPr>
        <p:spPr>
          <a:xfrm>
            <a:off x="7886700" y="21945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73"/>
          <p:cNvSpPr/>
          <p:nvPr/>
        </p:nvSpPr>
        <p:spPr>
          <a:xfrm>
            <a:off x="7932420" y="21945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Principles</a:t>
            </a:r>
            <a:endParaRPr lang="en-US" sz="750" dirty="0"/>
          </a:p>
        </p:txBody>
      </p:sp>
      <p:sp>
        <p:nvSpPr>
          <p:cNvPr id="85" name="Shape 74"/>
          <p:cNvSpPr/>
          <p:nvPr/>
        </p:nvSpPr>
        <p:spPr>
          <a:xfrm>
            <a:off x="5623560" y="246888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75"/>
          <p:cNvSpPr/>
          <p:nvPr/>
        </p:nvSpPr>
        <p:spPr>
          <a:xfrm>
            <a:off x="5669280" y="24688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7" name="Shape 76"/>
          <p:cNvSpPr/>
          <p:nvPr/>
        </p:nvSpPr>
        <p:spPr>
          <a:xfrm>
            <a:off x="6377940" y="246888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77"/>
          <p:cNvSpPr/>
          <p:nvPr/>
        </p:nvSpPr>
        <p:spPr>
          <a:xfrm>
            <a:off x="6423660" y="24688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Feb</a:t>
            </a:r>
            <a:endParaRPr lang="en-US" sz="750" dirty="0"/>
          </a:p>
        </p:txBody>
      </p:sp>
      <p:sp>
        <p:nvSpPr>
          <p:cNvPr id="89" name="Shape 78"/>
          <p:cNvSpPr/>
          <p:nvPr/>
        </p:nvSpPr>
        <p:spPr>
          <a:xfrm>
            <a:off x="7132320" y="246888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79"/>
          <p:cNvSpPr/>
          <p:nvPr/>
        </p:nvSpPr>
        <p:spPr>
          <a:xfrm>
            <a:off x="7178040" y="24688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DA403</a:t>
            </a:r>
            <a:endParaRPr lang="en-US" sz="750" dirty="0"/>
          </a:p>
        </p:txBody>
      </p:sp>
      <p:sp>
        <p:nvSpPr>
          <p:cNvPr id="91" name="Shape 80"/>
          <p:cNvSpPr/>
          <p:nvPr/>
        </p:nvSpPr>
        <p:spPr>
          <a:xfrm>
            <a:off x="7886700" y="246888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Text 81"/>
          <p:cNvSpPr/>
          <p:nvPr/>
        </p:nvSpPr>
        <p:spPr>
          <a:xfrm>
            <a:off x="7932420" y="246888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</a:t>
            </a:r>
            <a:endParaRPr lang="en-US" sz="750" dirty="0"/>
          </a:p>
        </p:txBody>
      </p:sp>
      <p:sp>
        <p:nvSpPr>
          <p:cNvPr id="93" name="Shape 82"/>
          <p:cNvSpPr/>
          <p:nvPr/>
        </p:nvSpPr>
        <p:spPr>
          <a:xfrm>
            <a:off x="5623560" y="27432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83"/>
          <p:cNvSpPr/>
          <p:nvPr/>
        </p:nvSpPr>
        <p:spPr>
          <a:xfrm>
            <a:off x="5669280" y="27432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95" name="Shape 84"/>
          <p:cNvSpPr/>
          <p:nvPr/>
        </p:nvSpPr>
        <p:spPr>
          <a:xfrm>
            <a:off x="6377940" y="27432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85"/>
          <p:cNvSpPr/>
          <p:nvPr/>
        </p:nvSpPr>
        <p:spPr>
          <a:xfrm>
            <a:off x="6423660" y="27432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Feb</a:t>
            </a:r>
            <a:endParaRPr lang="en-US" sz="750" dirty="0"/>
          </a:p>
        </p:txBody>
      </p:sp>
      <p:sp>
        <p:nvSpPr>
          <p:cNvPr id="97" name="Shape 86"/>
          <p:cNvSpPr/>
          <p:nvPr/>
        </p:nvSpPr>
        <p:spPr>
          <a:xfrm>
            <a:off x="7132320" y="27432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87"/>
          <p:cNvSpPr/>
          <p:nvPr/>
        </p:nvSpPr>
        <p:spPr>
          <a:xfrm>
            <a:off x="7178040" y="27432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750" dirty="0"/>
          </a:p>
        </p:txBody>
      </p:sp>
      <p:sp>
        <p:nvSpPr>
          <p:cNvPr id="99" name="Shape 88"/>
          <p:cNvSpPr/>
          <p:nvPr/>
        </p:nvSpPr>
        <p:spPr>
          <a:xfrm>
            <a:off x="7886700" y="274320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89"/>
          <p:cNvSpPr/>
          <p:nvPr/>
        </p:nvSpPr>
        <p:spPr>
          <a:xfrm>
            <a:off x="7932420" y="274320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</a:t>
            </a:r>
            <a:endParaRPr lang="en-US" sz="750" dirty="0"/>
          </a:p>
        </p:txBody>
      </p:sp>
      <p:sp>
        <p:nvSpPr>
          <p:cNvPr id="101" name="Shape 90"/>
          <p:cNvSpPr/>
          <p:nvPr/>
        </p:nvSpPr>
        <p:spPr>
          <a:xfrm>
            <a:off x="5623560" y="2743200"/>
            <a:ext cx="301752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2" name="Shape 91"/>
          <p:cNvSpPr/>
          <p:nvPr/>
        </p:nvSpPr>
        <p:spPr>
          <a:xfrm>
            <a:off x="5623560" y="30175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92"/>
          <p:cNvSpPr/>
          <p:nvPr/>
        </p:nvSpPr>
        <p:spPr>
          <a:xfrm>
            <a:off x="5669280" y="30175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04" name="Shape 93"/>
          <p:cNvSpPr/>
          <p:nvPr/>
        </p:nvSpPr>
        <p:spPr>
          <a:xfrm>
            <a:off x="6377940" y="30175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94"/>
          <p:cNvSpPr/>
          <p:nvPr/>
        </p:nvSpPr>
        <p:spPr>
          <a:xfrm>
            <a:off x="6423660" y="30175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Feb</a:t>
            </a:r>
            <a:endParaRPr lang="en-US" sz="750" dirty="0"/>
          </a:p>
        </p:txBody>
      </p:sp>
      <p:sp>
        <p:nvSpPr>
          <p:cNvPr id="106" name="Shape 95"/>
          <p:cNvSpPr/>
          <p:nvPr/>
        </p:nvSpPr>
        <p:spPr>
          <a:xfrm>
            <a:off x="7132320" y="30175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96"/>
          <p:cNvSpPr/>
          <p:nvPr/>
        </p:nvSpPr>
        <p:spPr>
          <a:xfrm>
            <a:off x="7178040" y="30175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DA403</a:t>
            </a:r>
            <a:endParaRPr lang="en-US" sz="750" dirty="0"/>
          </a:p>
        </p:txBody>
      </p:sp>
      <p:sp>
        <p:nvSpPr>
          <p:cNvPr id="108" name="Shape 97"/>
          <p:cNvSpPr/>
          <p:nvPr/>
        </p:nvSpPr>
        <p:spPr>
          <a:xfrm>
            <a:off x="7886700" y="301752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98"/>
          <p:cNvSpPr/>
          <p:nvPr/>
        </p:nvSpPr>
        <p:spPr>
          <a:xfrm>
            <a:off x="7932420" y="30175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Prep</a:t>
            </a:r>
            <a:endParaRPr lang="en-US" sz="750" dirty="0"/>
          </a:p>
        </p:txBody>
      </p:sp>
      <p:sp>
        <p:nvSpPr>
          <p:cNvPr id="110" name="Shape 99"/>
          <p:cNvSpPr/>
          <p:nvPr/>
        </p:nvSpPr>
        <p:spPr>
          <a:xfrm>
            <a:off x="5623560" y="32918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0"/>
          <p:cNvSpPr/>
          <p:nvPr/>
        </p:nvSpPr>
        <p:spPr>
          <a:xfrm>
            <a:off x="5669280" y="32918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12" name="Shape 101"/>
          <p:cNvSpPr/>
          <p:nvPr/>
        </p:nvSpPr>
        <p:spPr>
          <a:xfrm>
            <a:off x="6377940" y="32918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102"/>
          <p:cNvSpPr/>
          <p:nvPr/>
        </p:nvSpPr>
        <p:spPr>
          <a:xfrm>
            <a:off x="6423660" y="32918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Mar</a:t>
            </a:r>
            <a:endParaRPr lang="en-US" sz="750" dirty="0"/>
          </a:p>
        </p:txBody>
      </p:sp>
      <p:sp>
        <p:nvSpPr>
          <p:cNvPr id="114" name="Shape 103"/>
          <p:cNvSpPr/>
          <p:nvPr/>
        </p:nvSpPr>
        <p:spPr>
          <a:xfrm>
            <a:off x="7132320" y="32918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04"/>
          <p:cNvSpPr/>
          <p:nvPr/>
        </p:nvSpPr>
        <p:spPr>
          <a:xfrm>
            <a:off x="7178040" y="32918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</a:t>
            </a:r>
            <a:endParaRPr lang="en-US" sz="750" dirty="0"/>
          </a:p>
        </p:txBody>
      </p:sp>
      <p:sp>
        <p:nvSpPr>
          <p:cNvPr id="116" name="Shape 105"/>
          <p:cNvSpPr/>
          <p:nvPr/>
        </p:nvSpPr>
        <p:spPr>
          <a:xfrm>
            <a:off x="7886700" y="329184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06"/>
          <p:cNvSpPr/>
          <p:nvPr/>
        </p:nvSpPr>
        <p:spPr>
          <a:xfrm>
            <a:off x="7932420" y="32918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Evidence</a:t>
            </a:r>
            <a:endParaRPr lang="en-US" sz="750" dirty="0"/>
          </a:p>
        </p:txBody>
      </p:sp>
      <p:sp>
        <p:nvSpPr>
          <p:cNvPr id="118" name="Shape 107"/>
          <p:cNvSpPr/>
          <p:nvPr/>
        </p:nvSpPr>
        <p:spPr>
          <a:xfrm>
            <a:off x="5623560" y="35661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Text 108"/>
          <p:cNvSpPr/>
          <p:nvPr/>
        </p:nvSpPr>
        <p:spPr>
          <a:xfrm>
            <a:off x="5669280" y="35661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20" name="Shape 109"/>
          <p:cNvSpPr/>
          <p:nvPr/>
        </p:nvSpPr>
        <p:spPr>
          <a:xfrm>
            <a:off x="6377940" y="35661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Text 110"/>
          <p:cNvSpPr/>
          <p:nvPr/>
        </p:nvSpPr>
        <p:spPr>
          <a:xfrm>
            <a:off x="6423660" y="35661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</a:t>
            </a:r>
            <a:endParaRPr lang="en-US" sz="750" dirty="0"/>
          </a:p>
        </p:txBody>
      </p:sp>
      <p:sp>
        <p:nvSpPr>
          <p:cNvPr id="122" name="Shape 111"/>
          <p:cNvSpPr/>
          <p:nvPr/>
        </p:nvSpPr>
        <p:spPr>
          <a:xfrm>
            <a:off x="7132320" y="35661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Text 112"/>
          <p:cNvSpPr/>
          <p:nvPr/>
        </p:nvSpPr>
        <p:spPr>
          <a:xfrm>
            <a:off x="7178040" y="35661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DA402</a:t>
            </a:r>
            <a:endParaRPr lang="en-US" sz="750" dirty="0"/>
          </a:p>
        </p:txBody>
      </p:sp>
      <p:sp>
        <p:nvSpPr>
          <p:cNvPr id="124" name="Shape 113"/>
          <p:cNvSpPr/>
          <p:nvPr/>
        </p:nvSpPr>
        <p:spPr>
          <a:xfrm>
            <a:off x="7886700" y="3566160"/>
            <a:ext cx="7543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Text 114"/>
          <p:cNvSpPr/>
          <p:nvPr/>
        </p:nvSpPr>
        <p:spPr>
          <a:xfrm>
            <a:off x="7932420" y="356616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126" name="Shape 115"/>
          <p:cNvSpPr/>
          <p:nvPr/>
        </p:nvSpPr>
        <p:spPr>
          <a:xfrm>
            <a:off x="1645920" y="34290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7" name="Text 116"/>
          <p:cNvSpPr/>
          <p:nvPr/>
        </p:nvSpPr>
        <p:spPr>
          <a:xfrm>
            <a:off x="1783080" y="3502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Auto-Generation Logic</a:t>
            </a:r>
            <a:endParaRPr lang="en-US" sz="1000" dirty="0"/>
          </a:p>
        </p:txBody>
      </p:sp>
      <p:sp>
        <p:nvSpPr>
          <p:cNvPr id="128" name="Text 117"/>
          <p:cNvSpPr/>
          <p:nvPr/>
        </p:nvSpPr>
        <p:spPr>
          <a:xfrm>
            <a:off x="1828800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0E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teaching weeks excluding holidays</a:t>
            </a:r>
            <a:endParaRPr lang="en-US" sz="800" dirty="0"/>
          </a:p>
        </p:txBody>
      </p:sp>
      <p:sp>
        <p:nvSpPr>
          <p:cNvPr id="129" name="Text 118"/>
          <p:cNvSpPr/>
          <p:nvPr/>
        </p:nvSpPr>
        <p:spPr>
          <a:xfrm>
            <a:off x="1828800" y="3977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0E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modules to available week slots</a:t>
            </a:r>
            <a:endParaRPr lang="en-US" sz="800" dirty="0"/>
          </a:p>
        </p:txBody>
      </p:sp>
      <p:sp>
        <p:nvSpPr>
          <p:cNvPr id="130" name="Text 119"/>
          <p:cNvSpPr/>
          <p:nvPr/>
        </p:nvSpPr>
        <p:spPr>
          <a:xfrm>
            <a:off x="1828800" y="4206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0E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bank holidays and reading weeks</a:t>
            </a:r>
            <a:endParaRPr lang="en-US" sz="800" dirty="0"/>
          </a:p>
        </p:txBody>
      </p:sp>
      <p:sp>
        <p:nvSpPr>
          <p:cNvPr id="131" name="Text 120"/>
          <p:cNvSpPr/>
          <p:nvPr/>
        </p:nvSpPr>
        <p:spPr>
          <a:xfrm>
            <a:off x="1828800" y="4434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0E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as .xlsx for distribution</a:t>
            </a:r>
            <a:endParaRPr lang="en-US" sz="800" dirty="0"/>
          </a:p>
        </p:txBody>
      </p:sp>
      <p:sp>
        <p:nvSpPr>
          <p:cNvPr id="132" name="Text 121"/>
          <p:cNvSpPr/>
          <p:nvPr/>
        </p:nvSpPr>
        <p:spPr>
          <a:xfrm>
            <a:off x="146304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2: Schedule Generator — Auto-generates Module Delivery Schedule based on term dates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E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34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73152" y="1700784"/>
            <a:ext cx="1316736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7373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22402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29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274320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324612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9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1463040" y="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0"/>
          <p:cNvSpPr/>
          <p:nvPr/>
        </p:nvSpPr>
        <p:spPr>
          <a:xfrm>
            <a:off x="1691640" y="45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Import &amp; Student Overview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669280" y="109728"/>
            <a:ext cx="2011680" cy="329184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15544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89320" y="109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Search...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137160"/>
            <a:ext cx="256032" cy="25603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75320" y="109728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128016"/>
            <a:ext cx="274320" cy="27432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645920" y="73152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15"/>
          <p:cNvSpPr/>
          <p:nvPr/>
        </p:nvSpPr>
        <p:spPr>
          <a:xfrm>
            <a:off x="1783080" y="804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Grades</a:t>
            </a:r>
            <a:endParaRPr lang="en-US" sz="1000" dirty="0"/>
          </a:p>
        </p:txBody>
      </p:sp>
      <p:sp>
        <p:nvSpPr>
          <p:cNvPr id="27" name="Shape 16"/>
          <p:cNvSpPr/>
          <p:nvPr/>
        </p:nvSpPr>
        <p:spPr>
          <a:xfrm>
            <a:off x="1828800" y="1097280"/>
            <a:ext cx="3108960" cy="1005840"/>
          </a:xfrm>
          <a:prstGeom prst="rect">
            <a:avLst/>
          </a:prstGeom>
          <a:solidFill>
            <a:srgbClr val="EDF2F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17"/>
          <p:cNvSpPr/>
          <p:nvPr/>
        </p:nvSpPr>
        <p:spPr>
          <a:xfrm>
            <a:off x="1828800" y="1143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CSV/Excel file here
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click to browse</a:t>
            </a:r>
            <a:endParaRPr lang="en-US" sz="1000" dirty="0"/>
          </a:p>
        </p:txBody>
      </p:sp>
      <p:sp>
        <p:nvSpPr>
          <p:cNvPr id="29" name="Text 18"/>
          <p:cNvSpPr/>
          <p:nvPr/>
        </p:nvSpPr>
        <p:spPr>
          <a:xfrm>
            <a:off x="182880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Module</a:t>
            </a:r>
            <a:endParaRPr lang="en-US" sz="800" dirty="0"/>
          </a:p>
        </p:txBody>
      </p:sp>
      <p:sp>
        <p:nvSpPr>
          <p:cNvPr id="30" name="Shape 19"/>
          <p:cNvSpPr/>
          <p:nvPr/>
        </p:nvSpPr>
        <p:spPr>
          <a:xfrm>
            <a:off x="1828800" y="2331720"/>
            <a:ext cx="1371600" cy="2743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0"/>
          <p:cNvSpPr/>
          <p:nvPr/>
        </p:nvSpPr>
        <p:spPr>
          <a:xfrm>
            <a:off x="3383280" y="2331720"/>
            <a:ext cx="1280160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1"/>
          <p:cNvSpPr/>
          <p:nvPr/>
        </p:nvSpPr>
        <p:spPr>
          <a:xfrm>
            <a:off x="338328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Grades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1645920" y="2880360"/>
            <a:ext cx="34747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Text 23"/>
          <p:cNvSpPr/>
          <p:nvPr/>
        </p:nvSpPr>
        <p:spPr>
          <a:xfrm>
            <a:off x="178308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Mapping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182880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800" dirty="0"/>
          </a:p>
        </p:txBody>
      </p:sp>
      <p:sp>
        <p:nvSpPr>
          <p:cNvPr id="36" name="Shape 25"/>
          <p:cNvSpPr/>
          <p:nvPr/>
        </p:nvSpPr>
        <p:spPr>
          <a:xfrm>
            <a:off x="3017520" y="3246120"/>
            <a:ext cx="1920240" cy="2286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310896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Auto-detected</a:t>
            </a:r>
            <a:endParaRPr lang="en-US" sz="700" dirty="0"/>
          </a:p>
        </p:txBody>
      </p:sp>
      <p:sp>
        <p:nvSpPr>
          <p:cNvPr id="38" name="Text 27"/>
          <p:cNvSpPr/>
          <p:nvPr/>
        </p:nvSpPr>
        <p:spPr>
          <a:xfrm>
            <a:off x="182880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800" dirty="0"/>
          </a:p>
        </p:txBody>
      </p:sp>
      <p:sp>
        <p:nvSpPr>
          <p:cNvPr id="39" name="Shape 28"/>
          <p:cNvSpPr/>
          <p:nvPr/>
        </p:nvSpPr>
        <p:spPr>
          <a:xfrm>
            <a:off x="3017520" y="3520440"/>
            <a:ext cx="1920240" cy="2286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29"/>
          <p:cNvSpPr/>
          <p:nvPr/>
        </p:nvSpPr>
        <p:spPr>
          <a:xfrm>
            <a:off x="3108960" y="3520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Auto-detected</a:t>
            </a:r>
            <a:endParaRPr lang="en-US" sz="700" dirty="0"/>
          </a:p>
        </p:txBody>
      </p:sp>
      <p:sp>
        <p:nvSpPr>
          <p:cNvPr id="41" name="Text 30"/>
          <p:cNvSpPr/>
          <p:nvPr/>
        </p:nvSpPr>
        <p:spPr>
          <a:xfrm>
            <a:off x="1828800" y="3794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Code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3017520" y="3794760"/>
            <a:ext cx="1920240" cy="2286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2"/>
          <p:cNvSpPr/>
          <p:nvPr/>
        </p:nvSpPr>
        <p:spPr>
          <a:xfrm>
            <a:off x="3108960" y="3794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Auto-detected</a:t>
            </a:r>
            <a:endParaRPr lang="en-US" sz="700" dirty="0"/>
          </a:p>
        </p:txBody>
      </p:sp>
      <p:sp>
        <p:nvSpPr>
          <p:cNvPr id="44" name="Text 33"/>
          <p:cNvSpPr/>
          <p:nvPr/>
        </p:nvSpPr>
        <p:spPr>
          <a:xfrm>
            <a:off x="1828800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800" dirty="0"/>
          </a:p>
        </p:txBody>
      </p:sp>
      <p:sp>
        <p:nvSpPr>
          <p:cNvPr id="45" name="Shape 34"/>
          <p:cNvSpPr/>
          <p:nvPr/>
        </p:nvSpPr>
        <p:spPr>
          <a:xfrm>
            <a:off x="3017520" y="4069080"/>
            <a:ext cx="1920240" cy="2286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35"/>
          <p:cNvSpPr/>
          <p:nvPr/>
        </p:nvSpPr>
        <p:spPr>
          <a:xfrm>
            <a:off x="310896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Auto-detected</a:t>
            </a:r>
            <a:endParaRPr lang="en-US" sz="700" dirty="0"/>
          </a:p>
        </p:txBody>
      </p:sp>
      <p:sp>
        <p:nvSpPr>
          <p:cNvPr id="47" name="Text 36"/>
          <p:cNvSpPr/>
          <p:nvPr/>
        </p:nvSpPr>
        <p:spPr>
          <a:xfrm>
            <a:off x="1828800" y="4343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48" name="Shape 37"/>
          <p:cNvSpPr/>
          <p:nvPr/>
        </p:nvSpPr>
        <p:spPr>
          <a:xfrm>
            <a:off x="3017520" y="4343400"/>
            <a:ext cx="1920240" cy="228600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38"/>
          <p:cNvSpPr/>
          <p:nvPr/>
        </p:nvSpPr>
        <p:spPr>
          <a:xfrm>
            <a:off x="3108960" y="4343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Auto-detected</a:t>
            </a:r>
            <a:endParaRPr lang="en-US" sz="700" dirty="0"/>
          </a:p>
        </p:txBody>
      </p:sp>
      <p:sp>
        <p:nvSpPr>
          <p:cNvPr id="50" name="Shape 39"/>
          <p:cNvSpPr/>
          <p:nvPr/>
        </p:nvSpPr>
        <p:spPr>
          <a:xfrm>
            <a:off x="5303520" y="731520"/>
            <a:ext cx="34747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Text 40"/>
          <p:cNvSpPr/>
          <p:nvPr/>
        </p:nvSpPr>
        <p:spPr>
          <a:xfrm>
            <a:off x="5440680" y="804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Overview (Auto-populated)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5440680" y="1097280"/>
            <a:ext cx="6400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42"/>
          <p:cNvSpPr/>
          <p:nvPr/>
        </p:nvSpPr>
        <p:spPr>
          <a:xfrm>
            <a:off x="548640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750" dirty="0"/>
          </a:p>
        </p:txBody>
      </p:sp>
      <p:sp>
        <p:nvSpPr>
          <p:cNvPr id="54" name="Shape 43"/>
          <p:cNvSpPr/>
          <p:nvPr/>
        </p:nvSpPr>
        <p:spPr>
          <a:xfrm>
            <a:off x="6080760" y="1097280"/>
            <a:ext cx="6400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44"/>
          <p:cNvSpPr/>
          <p:nvPr/>
        </p:nvSpPr>
        <p:spPr>
          <a:xfrm>
            <a:off x="612648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</a:t>
            </a:r>
            <a:endParaRPr lang="en-US" sz="750" dirty="0"/>
          </a:p>
        </p:txBody>
      </p:sp>
      <p:sp>
        <p:nvSpPr>
          <p:cNvPr id="56" name="Shape 45"/>
          <p:cNvSpPr/>
          <p:nvPr/>
        </p:nvSpPr>
        <p:spPr>
          <a:xfrm>
            <a:off x="6720840" y="1097280"/>
            <a:ext cx="6400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676656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DA402</a:t>
            </a:r>
            <a:endParaRPr lang="en-US" sz="750" dirty="0"/>
          </a:p>
        </p:txBody>
      </p:sp>
      <p:sp>
        <p:nvSpPr>
          <p:cNvPr id="58" name="Shape 47"/>
          <p:cNvSpPr/>
          <p:nvPr/>
        </p:nvSpPr>
        <p:spPr>
          <a:xfrm>
            <a:off x="7360920" y="1097280"/>
            <a:ext cx="6400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48"/>
          <p:cNvSpPr/>
          <p:nvPr/>
        </p:nvSpPr>
        <p:spPr>
          <a:xfrm>
            <a:off x="740664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DA403</a:t>
            </a:r>
            <a:endParaRPr lang="en-US" sz="750" dirty="0"/>
          </a:p>
        </p:txBody>
      </p:sp>
      <p:sp>
        <p:nvSpPr>
          <p:cNvPr id="60" name="Shape 49"/>
          <p:cNvSpPr/>
          <p:nvPr/>
        </p:nvSpPr>
        <p:spPr>
          <a:xfrm>
            <a:off x="8001000" y="1097280"/>
            <a:ext cx="64008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0"/>
          <p:cNvSpPr/>
          <p:nvPr/>
        </p:nvSpPr>
        <p:spPr>
          <a:xfrm>
            <a:off x="804672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62" name="Shape 51"/>
          <p:cNvSpPr/>
          <p:nvPr/>
        </p:nvSpPr>
        <p:spPr>
          <a:xfrm>
            <a:off x="5440680" y="13716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52"/>
          <p:cNvSpPr/>
          <p:nvPr/>
        </p:nvSpPr>
        <p:spPr>
          <a:xfrm>
            <a:off x="548640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Jones</a:t>
            </a:r>
            <a:endParaRPr lang="en-US" sz="750" dirty="0"/>
          </a:p>
        </p:txBody>
      </p:sp>
      <p:sp>
        <p:nvSpPr>
          <p:cNvPr id="64" name="Shape 53"/>
          <p:cNvSpPr/>
          <p:nvPr/>
        </p:nvSpPr>
        <p:spPr>
          <a:xfrm>
            <a:off x="6080760" y="13716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54"/>
          <p:cNvSpPr/>
          <p:nvPr/>
        </p:nvSpPr>
        <p:spPr>
          <a:xfrm>
            <a:off x="612648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750" dirty="0"/>
          </a:p>
        </p:txBody>
      </p:sp>
      <p:sp>
        <p:nvSpPr>
          <p:cNvPr id="66" name="Shape 55"/>
          <p:cNvSpPr/>
          <p:nvPr/>
        </p:nvSpPr>
        <p:spPr>
          <a:xfrm>
            <a:off x="6720840" y="13716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56"/>
          <p:cNvSpPr/>
          <p:nvPr/>
        </p:nvSpPr>
        <p:spPr>
          <a:xfrm>
            <a:off x="676656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750" dirty="0"/>
          </a:p>
        </p:txBody>
      </p:sp>
      <p:sp>
        <p:nvSpPr>
          <p:cNvPr id="68" name="Shape 57"/>
          <p:cNvSpPr/>
          <p:nvPr/>
        </p:nvSpPr>
        <p:spPr>
          <a:xfrm>
            <a:off x="7360920" y="13716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58"/>
          <p:cNvSpPr/>
          <p:nvPr/>
        </p:nvSpPr>
        <p:spPr>
          <a:xfrm>
            <a:off x="740664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70" name="Shape 59"/>
          <p:cNvSpPr/>
          <p:nvPr/>
        </p:nvSpPr>
        <p:spPr>
          <a:xfrm>
            <a:off x="8001000" y="13716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0"/>
          <p:cNvSpPr/>
          <p:nvPr/>
        </p:nvSpPr>
        <p:spPr>
          <a:xfrm>
            <a:off x="804672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72" name="Shape 61"/>
          <p:cNvSpPr/>
          <p:nvPr/>
        </p:nvSpPr>
        <p:spPr>
          <a:xfrm>
            <a:off x="5440680" y="164592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62"/>
          <p:cNvSpPr/>
          <p:nvPr/>
        </p:nvSpPr>
        <p:spPr>
          <a:xfrm>
            <a:off x="548640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Patel</a:t>
            </a:r>
            <a:endParaRPr lang="en-US" sz="750" dirty="0"/>
          </a:p>
        </p:txBody>
      </p:sp>
      <p:sp>
        <p:nvSpPr>
          <p:cNvPr id="74" name="Shape 63"/>
          <p:cNvSpPr/>
          <p:nvPr/>
        </p:nvSpPr>
        <p:spPr>
          <a:xfrm>
            <a:off x="6080760" y="164592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64"/>
          <p:cNvSpPr/>
          <p:nvPr/>
        </p:nvSpPr>
        <p:spPr>
          <a:xfrm>
            <a:off x="612648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50" dirty="0"/>
          </a:p>
        </p:txBody>
      </p:sp>
      <p:sp>
        <p:nvSpPr>
          <p:cNvPr id="76" name="Shape 65"/>
          <p:cNvSpPr/>
          <p:nvPr/>
        </p:nvSpPr>
        <p:spPr>
          <a:xfrm>
            <a:off x="6720840" y="164592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66"/>
          <p:cNvSpPr/>
          <p:nvPr/>
        </p:nvSpPr>
        <p:spPr>
          <a:xfrm>
            <a:off x="676656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750" dirty="0"/>
          </a:p>
        </p:txBody>
      </p:sp>
      <p:sp>
        <p:nvSpPr>
          <p:cNvPr id="78" name="Shape 67"/>
          <p:cNvSpPr/>
          <p:nvPr/>
        </p:nvSpPr>
        <p:spPr>
          <a:xfrm>
            <a:off x="7360920" y="164592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68"/>
          <p:cNvSpPr/>
          <p:nvPr/>
        </p:nvSpPr>
        <p:spPr>
          <a:xfrm>
            <a:off x="740664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80" name="Shape 69"/>
          <p:cNvSpPr/>
          <p:nvPr/>
        </p:nvSpPr>
        <p:spPr>
          <a:xfrm>
            <a:off x="8001000" y="164592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0"/>
          <p:cNvSpPr/>
          <p:nvPr/>
        </p:nvSpPr>
        <p:spPr>
          <a:xfrm>
            <a:off x="804672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750" dirty="0"/>
          </a:p>
        </p:txBody>
      </p:sp>
      <p:sp>
        <p:nvSpPr>
          <p:cNvPr id="82" name="Shape 71"/>
          <p:cNvSpPr/>
          <p:nvPr/>
        </p:nvSpPr>
        <p:spPr>
          <a:xfrm>
            <a:off x="5440680" y="192024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72"/>
          <p:cNvSpPr/>
          <p:nvPr/>
        </p:nvSpPr>
        <p:spPr>
          <a:xfrm>
            <a:off x="548640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Lee</a:t>
            </a:r>
            <a:endParaRPr lang="en-US" sz="750" dirty="0"/>
          </a:p>
        </p:txBody>
      </p:sp>
      <p:sp>
        <p:nvSpPr>
          <p:cNvPr id="84" name="Shape 73"/>
          <p:cNvSpPr/>
          <p:nvPr/>
        </p:nvSpPr>
        <p:spPr>
          <a:xfrm>
            <a:off x="6080760" y="192024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74"/>
          <p:cNvSpPr/>
          <p:nvPr/>
        </p:nvSpPr>
        <p:spPr>
          <a:xfrm>
            <a:off x="612648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750" dirty="0"/>
          </a:p>
        </p:txBody>
      </p:sp>
      <p:sp>
        <p:nvSpPr>
          <p:cNvPr id="86" name="Shape 75"/>
          <p:cNvSpPr/>
          <p:nvPr/>
        </p:nvSpPr>
        <p:spPr>
          <a:xfrm>
            <a:off x="6720840" y="192024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76"/>
          <p:cNvSpPr/>
          <p:nvPr/>
        </p:nvSpPr>
        <p:spPr>
          <a:xfrm>
            <a:off x="676656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750" dirty="0"/>
          </a:p>
        </p:txBody>
      </p:sp>
      <p:sp>
        <p:nvSpPr>
          <p:cNvPr id="88" name="Shape 77"/>
          <p:cNvSpPr/>
          <p:nvPr/>
        </p:nvSpPr>
        <p:spPr>
          <a:xfrm>
            <a:off x="7360920" y="192024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78"/>
          <p:cNvSpPr/>
          <p:nvPr/>
        </p:nvSpPr>
        <p:spPr>
          <a:xfrm>
            <a:off x="740664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90" name="Shape 79"/>
          <p:cNvSpPr/>
          <p:nvPr/>
        </p:nvSpPr>
        <p:spPr>
          <a:xfrm>
            <a:off x="8001000" y="192024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0"/>
          <p:cNvSpPr/>
          <p:nvPr/>
        </p:nvSpPr>
        <p:spPr>
          <a:xfrm>
            <a:off x="804672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92" name="Shape 81"/>
          <p:cNvSpPr/>
          <p:nvPr/>
        </p:nvSpPr>
        <p:spPr>
          <a:xfrm>
            <a:off x="544068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82"/>
          <p:cNvSpPr/>
          <p:nvPr/>
        </p:nvSpPr>
        <p:spPr>
          <a:xfrm>
            <a:off x="5486400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Khan</a:t>
            </a:r>
            <a:endParaRPr lang="en-US" sz="750" dirty="0"/>
          </a:p>
        </p:txBody>
      </p:sp>
      <p:sp>
        <p:nvSpPr>
          <p:cNvPr id="94" name="Shape 83"/>
          <p:cNvSpPr/>
          <p:nvPr/>
        </p:nvSpPr>
        <p:spPr>
          <a:xfrm>
            <a:off x="608076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84"/>
          <p:cNvSpPr/>
          <p:nvPr/>
        </p:nvSpPr>
        <p:spPr>
          <a:xfrm>
            <a:off x="6126480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750" dirty="0"/>
          </a:p>
        </p:txBody>
      </p:sp>
      <p:sp>
        <p:nvSpPr>
          <p:cNvPr id="96" name="Shape 85"/>
          <p:cNvSpPr/>
          <p:nvPr/>
        </p:nvSpPr>
        <p:spPr>
          <a:xfrm>
            <a:off x="672084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Text 86"/>
          <p:cNvSpPr/>
          <p:nvPr/>
        </p:nvSpPr>
        <p:spPr>
          <a:xfrm>
            <a:off x="6766560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750" dirty="0"/>
          </a:p>
        </p:txBody>
      </p:sp>
      <p:sp>
        <p:nvSpPr>
          <p:cNvPr id="98" name="Shape 87"/>
          <p:cNvSpPr/>
          <p:nvPr/>
        </p:nvSpPr>
        <p:spPr>
          <a:xfrm>
            <a:off x="736092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88"/>
          <p:cNvSpPr/>
          <p:nvPr/>
        </p:nvSpPr>
        <p:spPr>
          <a:xfrm>
            <a:off x="7406640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0" name="Shape 89"/>
          <p:cNvSpPr/>
          <p:nvPr/>
        </p:nvSpPr>
        <p:spPr>
          <a:xfrm>
            <a:off x="800100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0"/>
          <p:cNvSpPr/>
          <p:nvPr/>
        </p:nvSpPr>
        <p:spPr>
          <a:xfrm>
            <a:off x="8046720" y="2194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750" dirty="0"/>
          </a:p>
        </p:txBody>
      </p:sp>
      <p:sp>
        <p:nvSpPr>
          <p:cNvPr id="102" name="Shape 91"/>
          <p:cNvSpPr/>
          <p:nvPr/>
        </p:nvSpPr>
        <p:spPr>
          <a:xfrm>
            <a:off x="5440680" y="246888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92"/>
          <p:cNvSpPr/>
          <p:nvPr/>
        </p:nvSpPr>
        <p:spPr>
          <a:xfrm>
            <a:off x="548640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Smith</a:t>
            </a:r>
            <a:endParaRPr lang="en-US" sz="750" dirty="0"/>
          </a:p>
        </p:txBody>
      </p:sp>
      <p:sp>
        <p:nvSpPr>
          <p:cNvPr id="104" name="Shape 93"/>
          <p:cNvSpPr/>
          <p:nvPr/>
        </p:nvSpPr>
        <p:spPr>
          <a:xfrm>
            <a:off x="6080760" y="246888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94"/>
          <p:cNvSpPr/>
          <p:nvPr/>
        </p:nvSpPr>
        <p:spPr>
          <a:xfrm>
            <a:off x="612648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750" dirty="0"/>
          </a:p>
        </p:txBody>
      </p:sp>
      <p:sp>
        <p:nvSpPr>
          <p:cNvPr id="106" name="Shape 95"/>
          <p:cNvSpPr/>
          <p:nvPr/>
        </p:nvSpPr>
        <p:spPr>
          <a:xfrm>
            <a:off x="6720840" y="246888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96"/>
          <p:cNvSpPr/>
          <p:nvPr/>
        </p:nvSpPr>
        <p:spPr>
          <a:xfrm>
            <a:off x="676656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750" dirty="0"/>
          </a:p>
        </p:txBody>
      </p:sp>
      <p:sp>
        <p:nvSpPr>
          <p:cNvPr id="108" name="Shape 97"/>
          <p:cNvSpPr/>
          <p:nvPr/>
        </p:nvSpPr>
        <p:spPr>
          <a:xfrm>
            <a:off x="7360920" y="246888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98"/>
          <p:cNvSpPr/>
          <p:nvPr/>
        </p:nvSpPr>
        <p:spPr>
          <a:xfrm>
            <a:off x="740664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0" name="Shape 99"/>
          <p:cNvSpPr/>
          <p:nvPr/>
        </p:nvSpPr>
        <p:spPr>
          <a:xfrm>
            <a:off x="8001000" y="246888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0"/>
          <p:cNvSpPr/>
          <p:nvPr/>
        </p:nvSpPr>
        <p:spPr>
          <a:xfrm>
            <a:off x="804672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112" name="Shape 101"/>
          <p:cNvSpPr/>
          <p:nvPr/>
        </p:nvSpPr>
        <p:spPr>
          <a:xfrm>
            <a:off x="544068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102"/>
          <p:cNvSpPr/>
          <p:nvPr/>
        </p:nvSpPr>
        <p:spPr>
          <a:xfrm>
            <a:off x="548640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Brown</a:t>
            </a:r>
            <a:endParaRPr lang="en-US" sz="750" dirty="0"/>
          </a:p>
        </p:txBody>
      </p:sp>
      <p:sp>
        <p:nvSpPr>
          <p:cNvPr id="114" name="Shape 103"/>
          <p:cNvSpPr/>
          <p:nvPr/>
        </p:nvSpPr>
        <p:spPr>
          <a:xfrm>
            <a:off x="608076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04"/>
          <p:cNvSpPr/>
          <p:nvPr/>
        </p:nvSpPr>
        <p:spPr>
          <a:xfrm>
            <a:off x="612648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750" dirty="0"/>
          </a:p>
        </p:txBody>
      </p:sp>
      <p:sp>
        <p:nvSpPr>
          <p:cNvPr id="116" name="Shape 105"/>
          <p:cNvSpPr/>
          <p:nvPr/>
        </p:nvSpPr>
        <p:spPr>
          <a:xfrm>
            <a:off x="672084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06"/>
          <p:cNvSpPr/>
          <p:nvPr/>
        </p:nvSpPr>
        <p:spPr>
          <a:xfrm>
            <a:off x="676656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8" name="Shape 107"/>
          <p:cNvSpPr/>
          <p:nvPr/>
        </p:nvSpPr>
        <p:spPr>
          <a:xfrm>
            <a:off x="736092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Text 108"/>
          <p:cNvSpPr/>
          <p:nvPr/>
        </p:nvSpPr>
        <p:spPr>
          <a:xfrm>
            <a:off x="740664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20" name="Shape 109"/>
          <p:cNvSpPr/>
          <p:nvPr/>
        </p:nvSpPr>
        <p:spPr>
          <a:xfrm>
            <a:off x="800100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Text 110"/>
          <p:cNvSpPr/>
          <p:nvPr/>
        </p:nvSpPr>
        <p:spPr>
          <a:xfrm>
            <a:off x="804672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750" dirty="0"/>
          </a:p>
        </p:txBody>
      </p:sp>
      <p:sp>
        <p:nvSpPr>
          <p:cNvPr id="122" name="Text 111"/>
          <p:cNvSpPr/>
          <p:nvPr/>
        </p:nvSpPr>
        <p:spPr>
          <a:xfrm>
            <a:off x="544068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Track   </a:t>
            </a: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Risk   </a:t>
            </a: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Failed</a:t>
            </a:r>
            <a:endParaRPr lang="en-US" sz="800" dirty="0"/>
          </a:p>
        </p:txBody>
      </p:sp>
      <p:sp>
        <p:nvSpPr>
          <p:cNvPr id="123" name="Shape 112"/>
          <p:cNvSpPr/>
          <p:nvPr/>
        </p:nvSpPr>
        <p:spPr>
          <a:xfrm>
            <a:off x="5440680" y="3429000"/>
            <a:ext cx="1463040" cy="2743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4" name="Text 113"/>
          <p:cNvSpPr/>
          <p:nvPr/>
        </p:nvSpPr>
        <p:spPr>
          <a:xfrm>
            <a:off x="544068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</a:t>
            </a:r>
            <a:endParaRPr lang="en-US" sz="900" dirty="0"/>
          </a:p>
        </p:txBody>
      </p:sp>
      <p:sp>
        <p:nvSpPr>
          <p:cNvPr id="125" name="Shape 114"/>
          <p:cNvSpPr/>
          <p:nvPr/>
        </p:nvSpPr>
        <p:spPr>
          <a:xfrm>
            <a:off x="7040880" y="3429000"/>
            <a:ext cx="14630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6" name="Text 115"/>
          <p:cNvSpPr/>
          <p:nvPr/>
        </p:nvSpPr>
        <p:spPr>
          <a:xfrm>
            <a:off x="704088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</a:t>
            </a:r>
            <a:endParaRPr lang="en-US" sz="900" dirty="0"/>
          </a:p>
        </p:txBody>
      </p:sp>
      <p:sp>
        <p:nvSpPr>
          <p:cNvPr id="127" name="Shape 116"/>
          <p:cNvSpPr/>
          <p:nvPr/>
        </p:nvSpPr>
        <p:spPr>
          <a:xfrm>
            <a:off x="5303520" y="3840480"/>
            <a:ext cx="3474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8" name="Text 117"/>
          <p:cNvSpPr/>
          <p:nvPr/>
        </p:nvSpPr>
        <p:spPr>
          <a:xfrm>
            <a:off x="544068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Log</a:t>
            </a:r>
            <a:endParaRPr lang="en-US" sz="1000" dirty="0"/>
          </a:p>
        </p:txBody>
      </p:sp>
      <p:sp>
        <p:nvSpPr>
          <p:cNvPr id="129" name="Text 118"/>
          <p:cNvSpPr/>
          <p:nvPr/>
        </p:nvSpPr>
        <p:spPr>
          <a:xfrm>
            <a:off x="54864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42 records imported successfully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 duplicate student IDs resolved
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1 record missing grade — skipped</a:t>
            </a:r>
            <a:endParaRPr lang="en-US" sz="750" dirty="0"/>
          </a:p>
        </p:txBody>
      </p:sp>
      <p:sp>
        <p:nvSpPr>
          <p:cNvPr id="130" name="Text 119"/>
          <p:cNvSpPr/>
          <p:nvPr/>
        </p:nvSpPr>
        <p:spPr>
          <a:xfrm>
            <a:off x="146304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3: Grade Import — Upload CSV/Excel, auto-populate Student Overview spreadsheet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E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34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737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73152" y="2203704"/>
            <a:ext cx="1316736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22402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29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274320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324612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9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1463040" y="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0"/>
          <p:cNvSpPr/>
          <p:nvPr/>
        </p:nvSpPr>
        <p:spPr>
          <a:xfrm>
            <a:off x="1691640" y="45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KSB Mapping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669280" y="109728"/>
            <a:ext cx="2011680" cy="329184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15544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89320" y="109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Search...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137160"/>
            <a:ext cx="256032" cy="25603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75320" y="109728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128016"/>
            <a:ext cx="274320" cy="27432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645920" y="731520"/>
            <a:ext cx="71323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15"/>
          <p:cNvSpPr/>
          <p:nvPr/>
        </p:nvSpPr>
        <p:spPr>
          <a:xfrm>
            <a:off x="1783080" y="640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Shape 16"/>
          <p:cNvSpPr/>
          <p:nvPr/>
        </p:nvSpPr>
        <p:spPr>
          <a:xfrm>
            <a:off x="1783080" y="822960"/>
            <a:ext cx="164592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17"/>
          <p:cNvSpPr/>
          <p:nvPr/>
        </p:nvSpPr>
        <p:spPr>
          <a:xfrm>
            <a:off x="1874520" y="822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module...</a:t>
            </a:r>
            <a:endParaRPr lang="en-US" sz="800" dirty="0"/>
          </a:p>
        </p:txBody>
      </p:sp>
      <p:sp>
        <p:nvSpPr>
          <p:cNvPr id="29" name="Text 18"/>
          <p:cNvSpPr/>
          <p:nvPr/>
        </p:nvSpPr>
        <p:spPr>
          <a:xfrm>
            <a:off x="3611880" y="640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0" name="Shape 19"/>
          <p:cNvSpPr/>
          <p:nvPr/>
        </p:nvSpPr>
        <p:spPr>
          <a:xfrm>
            <a:off x="3611880" y="822960"/>
            <a:ext cx="137160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0"/>
          <p:cNvSpPr/>
          <p:nvPr/>
        </p:nvSpPr>
        <p:spPr>
          <a:xfrm>
            <a:off x="3703320" y="822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Category...</a:t>
            </a:r>
            <a:endParaRPr lang="en-US" sz="800" dirty="0"/>
          </a:p>
        </p:txBody>
      </p:sp>
      <p:sp>
        <p:nvSpPr>
          <p:cNvPr id="32" name="Shape 21"/>
          <p:cNvSpPr/>
          <p:nvPr/>
        </p:nvSpPr>
        <p:spPr>
          <a:xfrm>
            <a:off x="5166360" y="822960"/>
            <a:ext cx="8229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2"/>
          <p:cNvSpPr/>
          <p:nvPr/>
        </p:nvSpPr>
        <p:spPr>
          <a:xfrm>
            <a:off x="5166360" y="822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1645920" y="141732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24"/>
          <p:cNvSpPr/>
          <p:nvPr/>
        </p:nvSpPr>
        <p:spPr>
          <a:xfrm>
            <a:off x="1783080" y="14904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→ KSB Mapping Matrix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178308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178308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237744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28"/>
          <p:cNvSpPr/>
          <p:nvPr/>
        </p:nvSpPr>
        <p:spPr>
          <a:xfrm>
            <a:off x="237744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800" dirty="0"/>
          </a:p>
        </p:txBody>
      </p:sp>
      <p:sp>
        <p:nvSpPr>
          <p:cNvPr id="40" name="Shape 29"/>
          <p:cNvSpPr/>
          <p:nvPr/>
        </p:nvSpPr>
        <p:spPr>
          <a:xfrm>
            <a:off x="297180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0"/>
          <p:cNvSpPr/>
          <p:nvPr/>
        </p:nvSpPr>
        <p:spPr>
          <a:xfrm>
            <a:off x="297180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356616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2"/>
          <p:cNvSpPr/>
          <p:nvPr/>
        </p:nvSpPr>
        <p:spPr>
          <a:xfrm>
            <a:off x="356616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800" dirty="0"/>
          </a:p>
        </p:txBody>
      </p:sp>
      <p:sp>
        <p:nvSpPr>
          <p:cNvPr id="44" name="Shape 33"/>
          <p:cNvSpPr/>
          <p:nvPr/>
        </p:nvSpPr>
        <p:spPr>
          <a:xfrm>
            <a:off x="416052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34"/>
          <p:cNvSpPr/>
          <p:nvPr/>
        </p:nvSpPr>
        <p:spPr>
          <a:xfrm>
            <a:off x="416052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46" name="Shape 35"/>
          <p:cNvSpPr/>
          <p:nvPr/>
        </p:nvSpPr>
        <p:spPr>
          <a:xfrm>
            <a:off x="475488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36"/>
          <p:cNvSpPr/>
          <p:nvPr/>
        </p:nvSpPr>
        <p:spPr>
          <a:xfrm>
            <a:off x="475488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48" name="Shape 37"/>
          <p:cNvSpPr/>
          <p:nvPr/>
        </p:nvSpPr>
        <p:spPr>
          <a:xfrm>
            <a:off x="534924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38"/>
          <p:cNvSpPr/>
          <p:nvPr/>
        </p:nvSpPr>
        <p:spPr>
          <a:xfrm>
            <a:off x="534924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800" dirty="0"/>
          </a:p>
        </p:txBody>
      </p:sp>
      <p:sp>
        <p:nvSpPr>
          <p:cNvPr id="50" name="Shape 39"/>
          <p:cNvSpPr/>
          <p:nvPr/>
        </p:nvSpPr>
        <p:spPr>
          <a:xfrm>
            <a:off x="5943600" y="1737360"/>
            <a:ext cx="59436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0"/>
          <p:cNvSpPr/>
          <p:nvPr/>
        </p:nvSpPr>
        <p:spPr>
          <a:xfrm>
            <a:off x="594360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1783080" y="201168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42"/>
          <p:cNvSpPr/>
          <p:nvPr/>
        </p:nvSpPr>
        <p:spPr>
          <a:xfrm>
            <a:off x="178308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2377440" y="201168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44"/>
          <p:cNvSpPr/>
          <p:nvPr/>
        </p:nvSpPr>
        <p:spPr>
          <a:xfrm>
            <a:off x="237744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2971800" y="201168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297180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3566160" y="201168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48"/>
          <p:cNvSpPr/>
          <p:nvPr/>
        </p:nvSpPr>
        <p:spPr>
          <a:xfrm>
            <a:off x="356616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4160520" y="201168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0"/>
          <p:cNvSpPr/>
          <p:nvPr/>
        </p:nvSpPr>
        <p:spPr>
          <a:xfrm>
            <a:off x="416052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4754880" y="201168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52"/>
          <p:cNvSpPr/>
          <p:nvPr/>
        </p:nvSpPr>
        <p:spPr>
          <a:xfrm>
            <a:off x="475488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5349240" y="201168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54"/>
          <p:cNvSpPr/>
          <p:nvPr/>
        </p:nvSpPr>
        <p:spPr>
          <a:xfrm>
            <a:off x="534924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6" name="Shape 55"/>
          <p:cNvSpPr/>
          <p:nvPr/>
        </p:nvSpPr>
        <p:spPr>
          <a:xfrm>
            <a:off x="5943600" y="201168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56"/>
          <p:cNvSpPr/>
          <p:nvPr/>
        </p:nvSpPr>
        <p:spPr>
          <a:xfrm>
            <a:off x="5943600" y="20116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8" name="Shape 57"/>
          <p:cNvSpPr/>
          <p:nvPr/>
        </p:nvSpPr>
        <p:spPr>
          <a:xfrm>
            <a:off x="1783080" y="233172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58"/>
          <p:cNvSpPr/>
          <p:nvPr/>
        </p:nvSpPr>
        <p:spPr>
          <a:xfrm>
            <a:off x="178308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DA402</a:t>
            </a:r>
            <a:endParaRPr lang="en-US" sz="800" dirty="0"/>
          </a:p>
        </p:txBody>
      </p:sp>
      <p:sp>
        <p:nvSpPr>
          <p:cNvPr id="70" name="Shape 59"/>
          <p:cNvSpPr/>
          <p:nvPr/>
        </p:nvSpPr>
        <p:spPr>
          <a:xfrm>
            <a:off x="2377440" y="233172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0"/>
          <p:cNvSpPr/>
          <p:nvPr/>
        </p:nvSpPr>
        <p:spPr>
          <a:xfrm>
            <a:off x="237744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2" name="Shape 61"/>
          <p:cNvSpPr/>
          <p:nvPr/>
        </p:nvSpPr>
        <p:spPr>
          <a:xfrm>
            <a:off x="2971800" y="233172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62"/>
          <p:cNvSpPr/>
          <p:nvPr/>
        </p:nvSpPr>
        <p:spPr>
          <a:xfrm>
            <a:off x="297180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4" name="Shape 63"/>
          <p:cNvSpPr/>
          <p:nvPr/>
        </p:nvSpPr>
        <p:spPr>
          <a:xfrm>
            <a:off x="3566160" y="233172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64"/>
          <p:cNvSpPr/>
          <p:nvPr/>
        </p:nvSpPr>
        <p:spPr>
          <a:xfrm>
            <a:off x="356616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Shape 65"/>
          <p:cNvSpPr/>
          <p:nvPr/>
        </p:nvSpPr>
        <p:spPr>
          <a:xfrm>
            <a:off x="4160520" y="233172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66"/>
          <p:cNvSpPr/>
          <p:nvPr/>
        </p:nvSpPr>
        <p:spPr>
          <a:xfrm>
            <a:off x="416052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8" name="Shape 67"/>
          <p:cNvSpPr/>
          <p:nvPr/>
        </p:nvSpPr>
        <p:spPr>
          <a:xfrm>
            <a:off x="4754880" y="233172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68"/>
          <p:cNvSpPr/>
          <p:nvPr/>
        </p:nvSpPr>
        <p:spPr>
          <a:xfrm>
            <a:off x="475488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0" name="Shape 69"/>
          <p:cNvSpPr/>
          <p:nvPr/>
        </p:nvSpPr>
        <p:spPr>
          <a:xfrm>
            <a:off x="5349240" y="233172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0"/>
          <p:cNvSpPr/>
          <p:nvPr/>
        </p:nvSpPr>
        <p:spPr>
          <a:xfrm>
            <a:off x="534924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2" name="Shape 71"/>
          <p:cNvSpPr/>
          <p:nvPr/>
        </p:nvSpPr>
        <p:spPr>
          <a:xfrm>
            <a:off x="5943600" y="233172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72"/>
          <p:cNvSpPr/>
          <p:nvPr/>
        </p:nvSpPr>
        <p:spPr>
          <a:xfrm>
            <a:off x="5943600" y="2331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4" name="Shape 73"/>
          <p:cNvSpPr/>
          <p:nvPr/>
        </p:nvSpPr>
        <p:spPr>
          <a:xfrm>
            <a:off x="1783080" y="265176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74"/>
          <p:cNvSpPr/>
          <p:nvPr/>
        </p:nvSpPr>
        <p:spPr>
          <a:xfrm>
            <a:off x="178308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DA403</a:t>
            </a:r>
            <a:endParaRPr lang="en-US" sz="800" dirty="0"/>
          </a:p>
        </p:txBody>
      </p:sp>
      <p:sp>
        <p:nvSpPr>
          <p:cNvPr id="86" name="Shape 75"/>
          <p:cNvSpPr/>
          <p:nvPr/>
        </p:nvSpPr>
        <p:spPr>
          <a:xfrm>
            <a:off x="2377440" y="265176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76"/>
          <p:cNvSpPr/>
          <p:nvPr/>
        </p:nvSpPr>
        <p:spPr>
          <a:xfrm>
            <a:off x="237744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8" name="Shape 77"/>
          <p:cNvSpPr/>
          <p:nvPr/>
        </p:nvSpPr>
        <p:spPr>
          <a:xfrm>
            <a:off x="2971800" y="265176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78"/>
          <p:cNvSpPr/>
          <p:nvPr/>
        </p:nvSpPr>
        <p:spPr>
          <a:xfrm>
            <a:off x="297180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0" name="Shape 79"/>
          <p:cNvSpPr/>
          <p:nvPr/>
        </p:nvSpPr>
        <p:spPr>
          <a:xfrm>
            <a:off x="3566160" y="265176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0"/>
          <p:cNvSpPr/>
          <p:nvPr/>
        </p:nvSpPr>
        <p:spPr>
          <a:xfrm>
            <a:off x="356616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2" name="Shape 81"/>
          <p:cNvSpPr/>
          <p:nvPr/>
        </p:nvSpPr>
        <p:spPr>
          <a:xfrm>
            <a:off x="4160520" y="265176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82"/>
          <p:cNvSpPr/>
          <p:nvPr/>
        </p:nvSpPr>
        <p:spPr>
          <a:xfrm>
            <a:off x="416052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4" name="Shape 83"/>
          <p:cNvSpPr/>
          <p:nvPr/>
        </p:nvSpPr>
        <p:spPr>
          <a:xfrm>
            <a:off x="4754880" y="265176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84"/>
          <p:cNvSpPr/>
          <p:nvPr/>
        </p:nvSpPr>
        <p:spPr>
          <a:xfrm>
            <a:off x="475488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6" name="Shape 85"/>
          <p:cNvSpPr/>
          <p:nvPr/>
        </p:nvSpPr>
        <p:spPr>
          <a:xfrm>
            <a:off x="5349240" y="265176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Text 86"/>
          <p:cNvSpPr/>
          <p:nvPr/>
        </p:nvSpPr>
        <p:spPr>
          <a:xfrm>
            <a:off x="534924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8" name="Shape 87"/>
          <p:cNvSpPr/>
          <p:nvPr/>
        </p:nvSpPr>
        <p:spPr>
          <a:xfrm>
            <a:off x="5943600" y="265176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88"/>
          <p:cNvSpPr/>
          <p:nvPr/>
        </p:nvSpPr>
        <p:spPr>
          <a:xfrm>
            <a:off x="5943600" y="2651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0" name="Shape 89"/>
          <p:cNvSpPr/>
          <p:nvPr/>
        </p:nvSpPr>
        <p:spPr>
          <a:xfrm>
            <a:off x="1783080" y="297180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0"/>
          <p:cNvSpPr/>
          <p:nvPr/>
        </p:nvSpPr>
        <p:spPr>
          <a:xfrm>
            <a:off x="178308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DA404</a:t>
            </a:r>
            <a:endParaRPr lang="en-US" sz="800" dirty="0"/>
          </a:p>
        </p:txBody>
      </p:sp>
      <p:sp>
        <p:nvSpPr>
          <p:cNvPr id="102" name="Shape 91"/>
          <p:cNvSpPr/>
          <p:nvPr/>
        </p:nvSpPr>
        <p:spPr>
          <a:xfrm>
            <a:off x="2377440" y="297180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92"/>
          <p:cNvSpPr/>
          <p:nvPr/>
        </p:nvSpPr>
        <p:spPr>
          <a:xfrm>
            <a:off x="237744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4" name="Shape 93"/>
          <p:cNvSpPr/>
          <p:nvPr/>
        </p:nvSpPr>
        <p:spPr>
          <a:xfrm>
            <a:off x="2971800" y="297180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94"/>
          <p:cNvSpPr/>
          <p:nvPr/>
        </p:nvSpPr>
        <p:spPr>
          <a:xfrm>
            <a:off x="297180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6" name="Shape 95"/>
          <p:cNvSpPr/>
          <p:nvPr/>
        </p:nvSpPr>
        <p:spPr>
          <a:xfrm>
            <a:off x="3566160" y="297180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96"/>
          <p:cNvSpPr/>
          <p:nvPr/>
        </p:nvSpPr>
        <p:spPr>
          <a:xfrm>
            <a:off x="356616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8" name="Shape 97"/>
          <p:cNvSpPr/>
          <p:nvPr/>
        </p:nvSpPr>
        <p:spPr>
          <a:xfrm>
            <a:off x="4160520" y="297180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98"/>
          <p:cNvSpPr/>
          <p:nvPr/>
        </p:nvSpPr>
        <p:spPr>
          <a:xfrm>
            <a:off x="416052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0" name="Shape 99"/>
          <p:cNvSpPr/>
          <p:nvPr/>
        </p:nvSpPr>
        <p:spPr>
          <a:xfrm>
            <a:off x="4754880" y="297180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0"/>
          <p:cNvSpPr/>
          <p:nvPr/>
        </p:nvSpPr>
        <p:spPr>
          <a:xfrm>
            <a:off x="475488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2" name="Shape 101"/>
          <p:cNvSpPr/>
          <p:nvPr/>
        </p:nvSpPr>
        <p:spPr>
          <a:xfrm>
            <a:off x="5349240" y="297180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102"/>
          <p:cNvSpPr/>
          <p:nvPr/>
        </p:nvSpPr>
        <p:spPr>
          <a:xfrm>
            <a:off x="534924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4" name="Shape 103"/>
          <p:cNvSpPr/>
          <p:nvPr/>
        </p:nvSpPr>
        <p:spPr>
          <a:xfrm>
            <a:off x="5943600" y="297180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04"/>
          <p:cNvSpPr/>
          <p:nvPr/>
        </p:nvSpPr>
        <p:spPr>
          <a:xfrm>
            <a:off x="5943600" y="2971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6" name="Shape 105"/>
          <p:cNvSpPr/>
          <p:nvPr/>
        </p:nvSpPr>
        <p:spPr>
          <a:xfrm>
            <a:off x="1783080" y="329184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06"/>
          <p:cNvSpPr/>
          <p:nvPr/>
        </p:nvSpPr>
        <p:spPr>
          <a:xfrm>
            <a:off x="178308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DA405</a:t>
            </a:r>
            <a:endParaRPr lang="en-US" sz="800" dirty="0"/>
          </a:p>
        </p:txBody>
      </p:sp>
      <p:sp>
        <p:nvSpPr>
          <p:cNvPr id="118" name="Shape 107"/>
          <p:cNvSpPr/>
          <p:nvPr/>
        </p:nvSpPr>
        <p:spPr>
          <a:xfrm>
            <a:off x="2377440" y="329184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Text 108"/>
          <p:cNvSpPr/>
          <p:nvPr/>
        </p:nvSpPr>
        <p:spPr>
          <a:xfrm>
            <a:off x="237744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0" name="Shape 109"/>
          <p:cNvSpPr/>
          <p:nvPr/>
        </p:nvSpPr>
        <p:spPr>
          <a:xfrm>
            <a:off x="2971800" y="329184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Text 110"/>
          <p:cNvSpPr/>
          <p:nvPr/>
        </p:nvSpPr>
        <p:spPr>
          <a:xfrm>
            <a:off x="297180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2" name="Shape 111"/>
          <p:cNvSpPr/>
          <p:nvPr/>
        </p:nvSpPr>
        <p:spPr>
          <a:xfrm>
            <a:off x="3566160" y="329184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Text 112"/>
          <p:cNvSpPr/>
          <p:nvPr/>
        </p:nvSpPr>
        <p:spPr>
          <a:xfrm>
            <a:off x="356616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4" name="Shape 113"/>
          <p:cNvSpPr/>
          <p:nvPr/>
        </p:nvSpPr>
        <p:spPr>
          <a:xfrm>
            <a:off x="4160520" y="329184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Text 114"/>
          <p:cNvSpPr/>
          <p:nvPr/>
        </p:nvSpPr>
        <p:spPr>
          <a:xfrm>
            <a:off x="416052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6" name="Shape 115"/>
          <p:cNvSpPr/>
          <p:nvPr/>
        </p:nvSpPr>
        <p:spPr>
          <a:xfrm>
            <a:off x="4754880" y="329184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Text 116"/>
          <p:cNvSpPr/>
          <p:nvPr/>
        </p:nvSpPr>
        <p:spPr>
          <a:xfrm>
            <a:off x="475488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8" name="Shape 117"/>
          <p:cNvSpPr/>
          <p:nvPr/>
        </p:nvSpPr>
        <p:spPr>
          <a:xfrm>
            <a:off x="5349240" y="3291840"/>
            <a:ext cx="594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Text 118"/>
          <p:cNvSpPr/>
          <p:nvPr/>
        </p:nvSpPr>
        <p:spPr>
          <a:xfrm>
            <a:off x="534924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0" name="Shape 119"/>
          <p:cNvSpPr/>
          <p:nvPr/>
        </p:nvSpPr>
        <p:spPr>
          <a:xfrm>
            <a:off x="5943600" y="3291840"/>
            <a:ext cx="594360" cy="3200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Text 120"/>
          <p:cNvSpPr/>
          <p:nvPr/>
        </p:nvSpPr>
        <p:spPr>
          <a:xfrm>
            <a:off x="5943600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2" name="Shape 121"/>
          <p:cNvSpPr/>
          <p:nvPr/>
        </p:nvSpPr>
        <p:spPr>
          <a:xfrm>
            <a:off x="1645920" y="3703320"/>
            <a:ext cx="5029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3" name="Text 122"/>
          <p:cNvSpPr/>
          <p:nvPr/>
        </p:nvSpPr>
        <p:spPr>
          <a:xfrm>
            <a:off x="1783080" y="37764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134" name="Text 123"/>
          <p:cNvSpPr/>
          <p:nvPr/>
        </p:nvSpPr>
        <p:spPr>
          <a:xfrm>
            <a:off x="18288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covered in 2 modules. Consider adding to DA401 or DA405.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covered in 2 modules. Low coverage relative to S-skills.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KSB coverage: 78%</a:t>
            </a:r>
            <a:endParaRPr lang="en-US" sz="900" dirty="0"/>
          </a:p>
        </p:txBody>
      </p:sp>
      <p:sp>
        <p:nvSpPr>
          <p:cNvPr id="135" name="Shape 124"/>
          <p:cNvSpPr/>
          <p:nvPr/>
        </p:nvSpPr>
        <p:spPr>
          <a:xfrm>
            <a:off x="6858000" y="14173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6" name="Text 125"/>
          <p:cNvSpPr/>
          <p:nvPr/>
        </p:nvSpPr>
        <p:spPr>
          <a:xfrm>
            <a:off x="6995160" y="1490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Detail</a:t>
            </a:r>
            <a:endParaRPr lang="en-US" sz="1000" dirty="0"/>
          </a:p>
        </p:txBody>
      </p:sp>
      <p:sp>
        <p:nvSpPr>
          <p:cNvPr id="137" name="Text 126"/>
          <p:cNvSpPr/>
          <p:nvPr/>
        </p:nvSpPr>
        <p:spPr>
          <a:xfrm>
            <a:off x="6995160" y="173736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K1: Data Fundamentals
</a:t>
            </a:r>
            <a:endParaRPr lang="en-US" sz="900" dirty="0"/>
          </a:p>
          <a:p>
            <a:pPr marL="0" indent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
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core data
concepts and structures
</a:t>
            </a:r>
            <a:endParaRPr lang="en-US" sz="900" dirty="0"/>
          </a:p>
          <a:p>
            <a:pPr marL="0" indent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Modules:
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DA401, DA403, DA405
</a:t>
            </a:r>
            <a:endParaRPr lang="en-US" sz="900" dirty="0"/>
          </a:p>
          <a:p>
            <a:pPr marL="0" indent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Relevance:
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daily role</a:t>
            </a:r>
            <a:endParaRPr lang="en-US" sz="90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data analysis tasks</a:t>
            </a:r>
            <a:endParaRPr lang="en-US" sz="900" dirty="0"/>
          </a:p>
        </p:txBody>
      </p:sp>
      <p:sp>
        <p:nvSpPr>
          <p:cNvPr id="138" name="Text 127"/>
          <p:cNvSpPr/>
          <p:nvPr/>
        </p:nvSpPr>
        <p:spPr>
          <a:xfrm>
            <a:off x="146304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4: KSB Mapping — Map modules to Knowledge, Skills, Behaviours with gap analysis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E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34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737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224028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29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73152" y="2706624"/>
            <a:ext cx="1316736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274320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324612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9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1463040" y="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0"/>
          <p:cNvSpPr/>
          <p:nvPr/>
        </p:nvSpPr>
        <p:spPr>
          <a:xfrm>
            <a:off x="1691640" y="45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Tracking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669280" y="109728"/>
            <a:ext cx="2011680" cy="329184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15544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89320" y="109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Search...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137160"/>
            <a:ext cx="256032" cy="25603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75320" y="109728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128016"/>
            <a:ext cx="274320" cy="27432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645920" y="731520"/>
            <a:ext cx="71323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15"/>
          <p:cNvSpPr/>
          <p:nvPr/>
        </p:nvSpPr>
        <p:spPr>
          <a:xfrm>
            <a:off x="1783080" y="804672"/>
            <a:ext cx="1188720" cy="2743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16"/>
          <p:cNvSpPr/>
          <p:nvPr/>
        </p:nvSpPr>
        <p:spPr>
          <a:xfrm>
            <a:off x="1783080" y="804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</a:t>
            </a:r>
            <a:endParaRPr lang="en-US" sz="800" dirty="0"/>
          </a:p>
        </p:txBody>
      </p:sp>
      <p:sp>
        <p:nvSpPr>
          <p:cNvPr id="28" name="Shape 17"/>
          <p:cNvSpPr/>
          <p:nvPr/>
        </p:nvSpPr>
        <p:spPr>
          <a:xfrm>
            <a:off x="3154680" y="804672"/>
            <a:ext cx="118872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18"/>
          <p:cNvSpPr/>
          <p:nvPr/>
        </p:nvSpPr>
        <p:spPr>
          <a:xfrm>
            <a:off x="3154680" y="804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</a:t>
            </a:r>
            <a:endParaRPr lang="en-US" sz="800" dirty="0"/>
          </a:p>
        </p:txBody>
      </p:sp>
      <p:sp>
        <p:nvSpPr>
          <p:cNvPr id="30" name="Shape 19"/>
          <p:cNvSpPr/>
          <p:nvPr/>
        </p:nvSpPr>
        <p:spPr>
          <a:xfrm>
            <a:off x="4526280" y="804672"/>
            <a:ext cx="118872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0"/>
          <p:cNvSpPr/>
          <p:nvPr/>
        </p:nvSpPr>
        <p:spPr>
          <a:xfrm>
            <a:off x="4526280" y="804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Only</a:t>
            </a:r>
            <a:endParaRPr lang="en-US" sz="800" dirty="0"/>
          </a:p>
        </p:txBody>
      </p:sp>
      <p:sp>
        <p:nvSpPr>
          <p:cNvPr id="32" name="Shape 21"/>
          <p:cNvSpPr/>
          <p:nvPr/>
        </p:nvSpPr>
        <p:spPr>
          <a:xfrm>
            <a:off x="1645920" y="1371600"/>
            <a:ext cx="71323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22"/>
          <p:cNvSpPr/>
          <p:nvPr/>
        </p:nvSpPr>
        <p:spPr>
          <a:xfrm>
            <a:off x="1783080" y="14447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Register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1783080" y="1737360"/>
            <a:ext cx="979714" cy="292608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4"/>
          <p:cNvSpPr/>
          <p:nvPr/>
        </p:nvSpPr>
        <p:spPr>
          <a:xfrm>
            <a:off x="1783080" y="1737360"/>
            <a:ext cx="979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750" dirty="0"/>
          </a:p>
        </p:txBody>
      </p:sp>
      <p:sp>
        <p:nvSpPr>
          <p:cNvPr id="36" name="Shape 25"/>
          <p:cNvSpPr/>
          <p:nvPr/>
        </p:nvSpPr>
        <p:spPr>
          <a:xfrm>
            <a:off x="2762794" y="1737360"/>
            <a:ext cx="979714" cy="292608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2762794" y="1737360"/>
            <a:ext cx="979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750" dirty="0"/>
          </a:p>
        </p:txBody>
      </p:sp>
      <p:sp>
        <p:nvSpPr>
          <p:cNvPr id="38" name="Shape 27"/>
          <p:cNvSpPr/>
          <p:nvPr/>
        </p:nvSpPr>
        <p:spPr>
          <a:xfrm>
            <a:off x="3742509" y="1737360"/>
            <a:ext cx="979714" cy="292608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28"/>
          <p:cNvSpPr/>
          <p:nvPr/>
        </p:nvSpPr>
        <p:spPr>
          <a:xfrm>
            <a:off x="3742509" y="1737360"/>
            <a:ext cx="979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750" dirty="0"/>
          </a:p>
        </p:txBody>
      </p:sp>
      <p:sp>
        <p:nvSpPr>
          <p:cNvPr id="40" name="Shape 29"/>
          <p:cNvSpPr/>
          <p:nvPr/>
        </p:nvSpPr>
        <p:spPr>
          <a:xfrm>
            <a:off x="4722223" y="1737360"/>
            <a:ext cx="979714" cy="292608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0"/>
          <p:cNvSpPr/>
          <p:nvPr/>
        </p:nvSpPr>
        <p:spPr>
          <a:xfrm>
            <a:off x="4722223" y="1737360"/>
            <a:ext cx="979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750" dirty="0"/>
          </a:p>
        </p:txBody>
      </p:sp>
      <p:sp>
        <p:nvSpPr>
          <p:cNvPr id="42" name="Shape 31"/>
          <p:cNvSpPr/>
          <p:nvPr/>
        </p:nvSpPr>
        <p:spPr>
          <a:xfrm>
            <a:off x="5701937" y="1737360"/>
            <a:ext cx="979714" cy="292608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2"/>
          <p:cNvSpPr/>
          <p:nvPr/>
        </p:nvSpPr>
        <p:spPr>
          <a:xfrm>
            <a:off x="5701937" y="1737360"/>
            <a:ext cx="979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</a:t>
            </a:r>
            <a:endParaRPr lang="en-US" sz="750" dirty="0"/>
          </a:p>
        </p:txBody>
      </p:sp>
      <p:sp>
        <p:nvSpPr>
          <p:cNvPr id="44" name="Shape 33"/>
          <p:cNvSpPr/>
          <p:nvPr/>
        </p:nvSpPr>
        <p:spPr>
          <a:xfrm>
            <a:off x="6681651" y="1737360"/>
            <a:ext cx="979714" cy="292608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34"/>
          <p:cNvSpPr/>
          <p:nvPr/>
        </p:nvSpPr>
        <p:spPr>
          <a:xfrm>
            <a:off x="6681651" y="1737360"/>
            <a:ext cx="979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46" name="Shape 35"/>
          <p:cNvSpPr/>
          <p:nvPr/>
        </p:nvSpPr>
        <p:spPr>
          <a:xfrm>
            <a:off x="7661366" y="1737360"/>
            <a:ext cx="979714" cy="292608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36"/>
          <p:cNvSpPr/>
          <p:nvPr/>
        </p:nvSpPr>
        <p:spPr>
          <a:xfrm>
            <a:off x="7661366" y="1737360"/>
            <a:ext cx="979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Exam</a:t>
            </a:r>
            <a:endParaRPr lang="en-US" sz="750" dirty="0"/>
          </a:p>
        </p:txBody>
      </p:sp>
      <p:sp>
        <p:nvSpPr>
          <p:cNvPr id="48" name="Shape 37"/>
          <p:cNvSpPr/>
          <p:nvPr/>
        </p:nvSpPr>
        <p:spPr>
          <a:xfrm>
            <a:off x="1783080" y="202996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38"/>
          <p:cNvSpPr/>
          <p:nvPr/>
        </p:nvSpPr>
        <p:spPr>
          <a:xfrm>
            <a:off x="1783080" y="202996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</a:t>
            </a:r>
            <a:endParaRPr lang="en-US" sz="750" dirty="0"/>
          </a:p>
        </p:txBody>
      </p:sp>
      <p:sp>
        <p:nvSpPr>
          <p:cNvPr id="50" name="Shape 39"/>
          <p:cNvSpPr/>
          <p:nvPr/>
        </p:nvSpPr>
        <p:spPr>
          <a:xfrm>
            <a:off x="2762794" y="202996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0"/>
          <p:cNvSpPr/>
          <p:nvPr/>
        </p:nvSpPr>
        <p:spPr>
          <a:xfrm>
            <a:off x="2762794" y="202996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</a:t>
            </a:r>
            <a:endParaRPr lang="en-US" sz="750" dirty="0"/>
          </a:p>
        </p:txBody>
      </p:sp>
      <p:sp>
        <p:nvSpPr>
          <p:cNvPr id="52" name="Shape 41"/>
          <p:cNvSpPr/>
          <p:nvPr/>
        </p:nvSpPr>
        <p:spPr>
          <a:xfrm>
            <a:off x="3742509" y="202996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42"/>
          <p:cNvSpPr/>
          <p:nvPr/>
        </p:nvSpPr>
        <p:spPr>
          <a:xfrm>
            <a:off x="3742509" y="202996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Jan</a:t>
            </a:r>
            <a:endParaRPr lang="en-US" sz="750" dirty="0"/>
          </a:p>
        </p:txBody>
      </p:sp>
      <p:sp>
        <p:nvSpPr>
          <p:cNvPr id="54" name="Shape 43"/>
          <p:cNvSpPr/>
          <p:nvPr/>
        </p:nvSpPr>
        <p:spPr>
          <a:xfrm>
            <a:off x="4722223" y="202996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44"/>
          <p:cNvSpPr/>
          <p:nvPr/>
        </p:nvSpPr>
        <p:spPr>
          <a:xfrm>
            <a:off x="4722223" y="202996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Feb</a:t>
            </a:r>
            <a:endParaRPr lang="en-US" sz="750" dirty="0"/>
          </a:p>
        </p:txBody>
      </p:sp>
      <p:sp>
        <p:nvSpPr>
          <p:cNvPr id="56" name="Shape 45"/>
          <p:cNvSpPr/>
          <p:nvPr/>
        </p:nvSpPr>
        <p:spPr>
          <a:xfrm>
            <a:off x="5701937" y="202996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46"/>
          <p:cNvSpPr/>
          <p:nvPr/>
        </p:nvSpPr>
        <p:spPr>
          <a:xfrm>
            <a:off x="5701937" y="202996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58" name="Shape 47"/>
          <p:cNvSpPr/>
          <p:nvPr/>
        </p:nvSpPr>
        <p:spPr>
          <a:xfrm>
            <a:off x="6681651" y="202996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48"/>
          <p:cNvSpPr/>
          <p:nvPr/>
        </p:nvSpPr>
        <p:spPr>
          <a:xfrm>
            <a:off x="6681651" y="202996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60" name="Shape 49"/>
          <p:cNvSpPr/>
          <p:nvPr/>
        </p:nvSpPr>
        <p:spPr>
          <a:xfrm>
            <a:off x="7661366" y="202996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0"/>
          <p:cNvSpPr/>
          <p:nvPr/>
        </p:nvSpPr>
        <p:spPr>
          <a:xfrm>
            <a:off x="7661366" y="202996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62" name="Shape 51"/>
          <p:cNvSpPr/>
          <p:nvPr/>
        </p:nvSpPr>
        <p:spPr>
          <a:xfrm>
            <a:off x="1783080" y="235000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52"/>
          <p:cNvSpPr/>
          <p:nvPr/>
        </p:nvSpPr>
        <p:spPr>
          <a:xfrm>
            <a:off x="1783080" y="235000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DA401</a:t>
            </a:r>
            <a:endParaRPr lang="en-US" sz="750" dirty="0"/>
          </a:p>
        </p:txBody>
      </p:sp>
      <p:sp>
        <p:nvSpPr>
          <p:cNvPr id="64" name="Shape 53"/>
          <p:cNvSpPr/>
          <p:nvPr/>
        </p:nvSpPr>
        <p:spPr>
          <a:xfrm>
            <a:off x="2762794" y="235000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54"/>
          <p:cNvSpPr/>
          <p:nvPr/>
        </p:nvSpPr>
        <p:spPr>
          <a:xfrm>
            <a:off x="2762794" y="235000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750" dirty="0"/>
          </a:p>
        </p:txBody>
      </p:sp>
      <p:sp>
        <p:nvSpPr>
          <p:cNvPr id="66" name="Shape 55"/>
          <p:cNvSpPr/>
          <p:nvPr/>
        </p:nvSpPr>
        <p:spPr>
          <a:xfrm>
            <a:off x="3742509" y="235000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56"/>
          <p:cNvSpPr/>
          <p:nvPr/>
        </p:nvSpPr>
        <p:spPr>
          <a:xfrm>
            <a:off x="3742509" y="235000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Feb</a:t>
            </a:r>
            <a:endParaRPr lang="en-US" sz="750" dirty="0"/>
          </a:p>
        </p:txBody>
      </p:sp>
      <p:sp>
        <p:nvSpPr>
          <p:cNvPr id="68" name="Shape 57"/>
          <p:cNvSpPr/>
          <p:nvPr/>
        </p:nvSpPr>
        <p:spPr>
          <a:xfrm>
            <a:off x="4722223" y="235000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58"/>
          <p:cNvSpPr/>
          <p:nvPr/>
        </p:nvSpPr>
        <p:spPr>
          <a:xfrm>
            <a:off x="4722223" y="235000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</a:t>
            </a:r>
            <a:endParaRPr lang="en-US" sz="750" dirty="0"/>
          </a:p>
        </p:txBody>
      </p:sp>
      <p:sp>
        <p:nvSpPr>
          <p:cNvPr id="70" name="Shape 59"/>
          <p:cNvSpPr/>
          <p:nvPr/>
        </p:nvSpPr>
        <p:spPr>
          <a:xfrm>
            <a:off x="5701937" y="235000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0"/>
          <p:cNvSpPr/>
          <p:nvPr/>
        </p:nvSpPr>
        <p:spPr>
          <a:xfrm>
            <a:off x="5701937" y="235000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72" name="Shape 61"/>
          <p:cNvSpPr/>
          <p:nvPr/>
        </p:nvSpPr>
        <p:spPr>
          <a:xfrm>
            <a:off x="6681651" y="235000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62"/>
          <p:cNvSpPr/>
          <p:nvPr/>
        </p:nvSpPr>
        <p:spPr>
          <a:xfrm>
            <a:off x="6681651" y="235000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74" name="Shape 63"/>
          <p:cNvSpPr/>
          <p:nvPr/>
        </p:nvSpPr>
        <p:spPr>
          <a:xfrm>
            <a:off x="7661366" y="235000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64"/>
          <p:cNvSpPr/>
          <p:nvPr/>
        </p:nvSpPr>
        <p:spPr>
          <a:xfrm>
            <a:off x="7661366" y="235000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76" name="Shape 65"/>
          <p:cNvSpPr/>
          <p:nvPr/>
        </p:nvSpPr>
        <p:spPr>
          <a:xfrm>
            <a:off x="1783080" y="267004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66"/>
          <p:cNvSpPr/>
          <p:nvPr/>
        </p:nvSpPr>
        <p:spPr>
          <a:xfrm>
            <a:off x="1783080" y="267004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DA402</a:t>
            </a:r>
            <a:endParaRPr lang="en-US" sz="750" dirty="0"/>
          </a:p>
        </p:txBody>
      </p:sp>
      <p:sp>
        <p:nvSpPr>
          <p:cNvPr id="78" name="Shape 67"/>
          <p:cNvSpPr/>
          <p:nvPr/>
        </p:nvSpPr>
        <p:spPr>
          <a:xfrm>
            <a:off x="2762794" y="267004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68"/>
          <p:cNvSpPr/>
          <p:nvPr/>
        </p:nvSpPr>
        <p:spPr>
          <a:xfrm>
            <a:off x="2762794" y="267004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750" dirty="0"/>
          </a:p>
        </p:txBody>
      </p:sp>
      <p:sp>
        <p:nvSpPr>
          <p:cNvPr id="80" name="Shape 69"/>
          <p:cNvSpPr/>
          <p:nvPr/>
        </p:nvSpPr>
        <p:spPr>
          <a:xfrm>
            <a:off x="3742509" y="267004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0"/>
          <p:cNvSpPr/>
          <p:nvPr/>
        </p:nvSpPr>
        <p:spPr>
          <a:xfrm>
            <a:off x="3742509" y="267004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Jan</a:t>
            </a:r>
            <a:endParaRPr lang="en-US" sz="750" dirty="0"/>
          </a:p>
        </p:txBody>
      </p:sp>
      <p:sp>
        <p:nvSpPr>
          <p:cNvPr id="82" name="Shape 71"/>
          <p:cNvSpPr/>
          <p:nvPr/>
        </p:nvSpPr>
        <p:spPr>
          <a:xfrm>
            <a:off x="4722223" y="267004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72"/>
          <p:cNvSpPr/>
          <p:nvPr/>
        </p:nvSpPr>
        <p:spPr>
          <a:xfrm>
            <a:off x="4722223" y="267004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Feb</a:t>
            </a:r>
            <a:endParaRPr lang="en-US" sz="750" dirty="0"/>
          </a:p>
        </p:txBody>
      </p:sp>
      <p:sp>
        <p:nvSpPr>
          <p:cNvPr id="84" name="Shape 73"/>
          <p:cNvSpPr/>
          <p:nvPr/>
        </p:nvSpPr>
        <p:spPr>
          <a:xfrm>
            <a:off x="5701937" y="267004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74"/>
          <p:cNvSpPr/>
          <p:nvPr/>
        </p:nvSpPr>
        <p:spPr>
          <a:xfrm>
            <a:off x="5701937" y="267004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86" name="Shape 75"/>
          <p:cNvSpPr/>
          <p:nvPr/>
        </p:nvSpPr>
        <p:spPr>
          <a:xfrm>
            <a:off x="6681651" y="267004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76"/>
          <p:cNvSpPr/>
          <p:nvPr/>
        </p:nvSpPr>
        <p:spPr>
          <a:xfrm>
            <a:off x="6681651" y="267004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88" name="Shape 77"/>
          <p:cNvSpPr/>
          <p:nvPr/>
        </p:nvSpPr>
        <p:spPr>
          <a:xfrm>
            <a:off x="7661366" y="267004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78"/>
          <p:cNvSpPr/>
          <p:nvPr/>
        </p:nvSpPr>
        <p:spPr>
          <a:xfrm>
            <a:off x="7661366" y="267004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90" name="Shape 79"/>
          <p:cNvSpPr/>
          <p:nvPr/>
        </p:nvSpPr>
        <p:spPr>
          <a:xfrm>
            <a:off x="1783080" y="299008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0"/>
          <p:cNvSpPr/>
          <p:nvPr/>
        </p:nvSpPr>
        <p:spPr>
          <a:xfrm>
            <a:off x="1783080" y="299008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DA402</a:t>
            </a:r>
            <a:endParaRPr lang="en-US" sz="750" dirty="0"/>
          </a:p>
        </p:txBody>
      </p:sp>
      <p:sp>
        <p:nvSpPr>
          <p:cNvPr id="92" name="Shape 81"/>
          <p:cNvSpPr/>
          <p:nvPr/>
        </p:nvSpPr>
        <p:spPr>
          <a:xfrm>
            <a:off x="2762794" y="299008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82"/>
          <p:cNvSpPr/>
          <p:nvPr/>
        </p:nvSpPr>
        <p:spPr>
          <a:xfrm>
            <a:off x="2762794" y="299008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750" dirty="0"/>
          </a:p>
        </p:txBody>
      </p:sp>
      <p:sp>
        <p:nvSpPr>
          <p:cNvPr id="94" name="Shape 83"/>
          <p:cNvSpPr/>
          <p:nvPr/>
        </p:nvSpPr>
        <p:spPr>
          <a:xfrm>
            <a:off x="3742509" y="299008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84"/>
          <p:cNvSpPr/>
          <p:nvPr/>
        </p:nvSpPr>
        <p:spPr>
          <a:xfrm>
            <a:off x="3742509" y="299008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Mar</a:t>
            </a:r>
            <a:endParaRPr lang="en-US" sz="750" dirty="0"/>
          </a:p>
        </p:txBody>
      </p:sp>
      <p:sp>
        <p:nvSpPr>
          <p:cNvPr id="96" name="Shape 85"/>
          <p:cNvSpPr/>
          <p:nvPr/>
        </p:nvSpPr>
        <p:spPr>
          <a:xfrm>
            <a:off x="4722223" y="299008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Text 86"/>
          <p:cNvSpPr/>
          <p:nvPr/>
        </p:nvSpPr>
        <p:spPr>
          <a:xfrm>
            <a:off x="4722223" y="299008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Mar</a:t>
            </a:r>
            <a:endParaRPr lang="en-US" sz="750" dirty="0"/>
          </a:p>
        </p:txBody>
      </p:sp>
      <p:sp>
        <p:nvSpPr>
          <p:cNvPr id="98" name="Shape 87"/>
          <p:cNvSpPr/>
          <p:nvPr/>
        </p:nvSpPr>
        <p:spPr>
          <a:xfrm>
            <a:off x="5701937" y="299008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88"/>
          <p:cNvSpPr/>
          <p:nvPr/>
        </p:nvSpPr>
        <p:spPr>
          <a:xfrm>
            <a:off x="5701937" y="299008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750" dirty="0"/>
          </a:p>
        </p:txBody>
      </p:sp>
      <p:sp>
        <p:nvSpPr>
          <p:cNvPr id="100" name="Shape 89"/>
          <p:cNvSpPr/>
          <p:nvPr/>
        </p:nvSpPr>
        <p:spPr>
          <a:xfrm>
            <a:off x="6681651" y="299008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0"/>
          <p:cNvSpPr/>
          <p:nvPr/>
        </p:nvSpPr>
        <p:spPr>
          <a:xfrm>
            <a:off x="6681651" y="299008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2" name="Shape 91"/>
          <p:cNvSpPr/>
          <p:nvPr/>
        </p:nvSpPr>
        <p:spPr>
          <a:xfrm>
            <a:off x="7661366" y="299008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92"/>
          <p:cNvSpPr/>
          <p:nvPr/>
        </p:nvSpPr>
        <p:spPr>
          <a:xfrm>
            <a:off x="7661366" y="299008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4" name="Shape 93"/>
          <p:cNvSpPr/>
          <p:nvPr/>
        </p:nvSpPr>
        <p:spPr>
          <a:xfrm>
            <a:off x="1783080" y="331012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94"/>
          <p:cNvSpPr/>
          <p:nvPr/>
        </p:nvSpPr>
        <p:spPr>
          <a:xfrm>
            <a:off x="1783080" y="331012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DA403</a:t>
            </a:r>
            <a:endParaRPr lang="en-US" sz="750" dirty="0"/>
          </a:p>
        </p:txBody>
      </p:sp>
      <p:sp>
        <p:nvSpPr>
          <p:cNvPr id="106" name="Shape 95"/>
          <p:cNvSpPr/>
          <p:nvPr/>
        </p:nvSpPr>
        <p:spPr>
          <a:xfrm>
            <a:off x="2762794" y="331012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96"/>
          <p:cNvSpPr/>
          <p:nvPr/>
        </p:nvSpPr>
        <p:spPr>
          <a:xfrm>
            <a:off x="2762794" y="331012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108" name="Shape 97"/>
          <p:cNvSpPr/>
          <p:nvPr/>
        </p:nvSpPr>
        <p:spPr>
          <a:xfrm>
            <a:off x="3742509" y="331012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98"/>
          <p:cNvSpPr/>
          <p:nvPr/>
        </p:nvSpPr>
        <p:spPr>
          <a:xfrm>
            <a:off x="3742509" y="331012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</a:t>
            </a:r>
            <a:endParaRPr lang="en-US" sz="750" dirty="0"/>
          </a:p>
        </p:txBody>
      </p:sp>
      <p:sp>
        <p:nvSpPr>
          <p:cNvPr id="110" name="Shape 99"/>
          <p:cNvSpPr/>
          <p:nvPr/>
        </p:nvSpPr>
        <p:spPr>
          <a:xfrm>
            <a:off x="4722223" y="331012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0"/>
          <p:cNvSpPr/>
          <p:nvPr/>
        </p:nvSpPr>
        <p:spPr>
          <a:xfrm>
            <a:off x="4722223" y="331012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Mar</a:t>
            </a:r>
            <a:endParaRPr lang="en-US" sz="750" dirty="0"/>
          </a:p>
        </p:txBody>
      </p:sp>
      <p:sp>
        <p:nvSpPr>
          <p:cNvPr id="112" name="Shape 101"/>
          <p:cNvSpPr/>
          <p:nvPr/>
        </p:nvSpPr>
        <p:spPr>
          <a:xfrm>
            <a:off x="5701937" y="331012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102"/>
          <p:cNvSpPr/>
          <p:nvPr/>
        </p:nvSpPr>
        <p:spPr>
          <a:xfrm>
            <a:off x="5701937" y="331012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750" dirty="0"/>
          </a:p>
        </p:txBody>
      </p:sp>
      <p:sp>
        <p:nvSpPr>
          <p:cNvPr id="114" name="Shape 103"/>
          <p:cNvSpPr/>
          <p:nvPr/>
        </p:nvSpPr>
        <p:spPr>
          <a:xfrm>
            <a:off x="6681651" y="331012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04"/>
          <p:cNvSpPr/>
          <p:nvPr/>
        </p:nvSpPr>
        <p:spPr>
          <a:xfrm>
            <a:off x="6681651" y="331012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6" name="Shape 105"/>
          <p:cNvSpPr/>
          <p:nvPr/>
        </p:nvSpPr>
        <p:spPr>
          <a:xfrm>
            <a:off x="7661366" y="3310128"/>
            <a:ext cx="97971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06"/>
          <p:cNvSpPr/>
          <p:nvPr/>
        </p:nvSpPr>
        <p:spPr>
          <a:xfrm>
            <a:off x="7661366" y="3310128"/>
            <a:ext cx="97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18" name="Shape 107"/>
          <p:cNvSpPr/>
          <p:nvPr/>
        </p:nvSpPr>
        <p:spPr>
          <a:xfrm>
            <a:off x="1645920" y="4343400"/>
            <a:ext cx="21945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9" name="Text 108"/>
          <p:cNvSpPr/>
          <p:nvPr/>
        </p:nvSpPr>
        <p:spPr>
          <a:xfrm>
            <a:off x="1783080" y="4370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20" name="Text 109"/>
          <p:cNvSpPr/>
          <p:nvPr/>
        </p:nvSpPr>
        <p:spPr>
          <a:xfrm>
            <a:off x="2240280" y="4370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800" dirty="0"/>
          </a:p>
        </p:txBody>
      </p:sp>
      <p:sp>
        <p:nvSpPr>
          <p:cNvPr id="121" name="Shape 110"/>
          <p:cNvSpPr/>
          <p:nvPr/>
        </p:nvSpPr>
        <p:spPr>
          <a:xfrm>
            <a:off x="4023360" y="4343400"/>
            <a:ext cx="21945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2" name="Text 111"/>
          <p:cNvSpPr/>
          <p:nvPr/>
        </p:nvSpPr>
        <p:spPr>
          <a:xfrm>
            <a:off x="4160520" y="4370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3" name="Text 112"/>
          <p:cNvSpPr/>
          <p:nvPr/>
        </p:nvSpPr>
        <p:spPr>
          <a:xfrm>
            <a:off x="4617720" y="4370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</a:t>
            </a:r>
            <a:endParaRPr lang="en-US" sz="800" dirty="0"/>
          </a:p>
        </p:txBody>
      </p:sp>
      <p:sp>
        <p:nvSpPr>
          <p:cNvPr id="124" name="Shape 113"/>
          <p:cNvSpPr/>
          <p:nvPr/>
        </p:nvSpPr>
        <p:spPr>
          <a:xfrm>
            <a:off x="6400800" y="4343400"/>
            <a:ext cx="23774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5" name="Text 114"/>
          <p:cNvSpPr/>
          <p:nvPr/>
        </p:nvSpPr>
        <p:spPr>
          <a:xfrm>
            <a:off x="6537960" y="4370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6" name="Text 115"/>
          <p:cNvSpPr/>
          <p:nvPr/>
        </p:nvSpPr>
        <p:spPr>
          <a:xfrm>
            <a:off x="6995160" y="43708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Ext.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Review</a:t>
            </a:r>
            <a:endParaRPr lang="en-US" sz="800" dirty="0"/>
          </a:p>
        </p:txBody>
      </p:sp>
      <p:sp>
        <p:nvSpPr>
          <p:cNvPr id="127" name="Text 116"/>
          <p:cNvSpPr/>
          <p:nvPr/>
        </p:nvSpPr>
        <p:spPr>
          <a:xfrm>
            <a:off x="146304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5: Assessment Tracking — Monitor release dates, deadlines, marking and review status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71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E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31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34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737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224028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29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Map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27432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2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73152" y="3209544"/>
            <a:ext cx="1316736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324612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9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1463040" y="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0"/>
          <p:cNvSpPr/>
          <p:nvPr/>
        </p:nvSpPr>
        <p:spPr>
          <a:xfrm>
            <a:off x="1691640" y="45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Log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669280" y="109728"/>
            <a:ext cx="2011680" cy="329184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15544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89320" y="109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Search...</a:t>
            </a:r>
            <a:endParaRPr lang="en-US" sz="9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137160"/>
            <a:ext cx="256032" cy="25603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75320" y="109728"/>
            <a:ext cx="320040" cy="32004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128016"/>
            <a:ext cx="274320" cy="27432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1645920" y="73152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15"/>
          <p:cNvSpPr/>
          <p:nvPr/>
        </p:nvSpPr>
        <p:spPr>
          <a:xfrm>
            <a:off x="1783080" y="804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New Evidence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1828800" y="9601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00" dirty="0"/>
          </a:p>
        </p:txBody>
      </p:sp>
      <p:sp>
        <p:nvSpPr>
          <p:cNvPr id="28" name="Shape 17"/>
          <p:cNvSpPr/>
          <p:nvPr/>
        </p:nvSpPr>
        <p:spPr>
          <a:xfrm>
            <a:off x="1828800" y="1143000"/>
            <a:ext cx="310896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18"/>
          <p:cNvSpPr/>
          <p:nvPr/>
        </p:nvSpPr>
        <p:spPr>
          <a:xfrm>
            <a:off x="1828800" y="1463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30" name="Shape 19"/>
          <p:cNvSpPr/>
          <p:nvPr/>
        </p:nvSpPr>
        <p:spPr>
          <a:xfrm>
            <a:off x="1828800" y="1645920"/>
            <a:ext cx="137160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0"/>
          <p:cNvSpPr/>
          <p:nvPr/>
        </p:nvSpPr>
        <p:spPr>
          <a:xfrm>
            <a:off x="3337560" y="1463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Module</a:t>
            </a:r>
            <a:endParaRPr lang="en-US" sz="800" dirty="0"/>
          </a:p>
        </p:txBody>
      </p:sp>
      <p:sp>
        <p:nvSpPr>
          <p:cNvPr id="32" name="Shape 21"/>
          <p:cNvSpPr/>
          <p:nvPr/>
        </p:nvSpPr>
        <p:spPr>
          <a:xfrm>
            <a:off x="3337560" y="1645920"/>
            <a:ext cx="137160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2"/>
          <p:cNvSpPr/>
          <p:nvPr/>
        </p:nvSpPr>
        <p:spPr>
          <a:xfrm>
            <a:off x="1828800" y="2057400"/>
            <a:ext cx="1097280" cy="2560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3"/>
          <p:cNvSpPr/>
          <p:nvPr/>
        </p:nvSpPr>
        <p:spPr>
          <a:xfrm>
            <a:off x="1828800" y="2057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3063240" y="2057400"/>
            <a:ext cx="91440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25"/>
          <p:cNvSpPr/>
          <p:nvPr/>
        </p:nvSpPr>
        <p:spPr>
          <a:xfrm>
            <a:off x="306324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1645920" y="251460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Text 27"/>
          <p:cNvSpPr/>
          <p:nvPr/>
        </p:nvSpPr>
        <p:spPr>
          <a:xfrm>
            <a:off x="178308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/ Mentor Feedback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1828800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</a:t>
            </a:r>
            <a:endParaRPr lang="en-US" sz="800" dirty="0"/>
          </a:p>
        </p:txBody>
      </p:sp>
      <p:sp>
        <p:nvSpPr>
          <p:cNvPr id="40" name="Shape 29"/>
          <p:cNvSpPr/>
          <p:nvPr/>
        </p:nvSpPr>
        <p:spPr>
          <a:xfrm>
            <a:off x="1828800" y="2926080"/>
            <a:ext cx="137160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0"/>
          <p:cNvSpPr/>
          <p:nvPr/>
        </p:nvSpPr>
        <p:spPr>
          <a:xfrm>
            <a:off x="3337560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Date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3337560" y="2926080"/>
            <a:ext cx="1371600" cy="256032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2"/>
          <p:cNvSpPr/>
          <p:nvPr/>
        </p:nvSpPr>
        <p:spPr>
          <a:xfrm>
            <a:off x="1828800" y="32461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Notes</a:t>
            </a:r>
            <a:endParaRPr lang="en-US" sz="800" dirty="0"/>
          </a:p>
        </p:txBody>
      </p:sp>
      <p:sp>
        <p:nvSpPr>
          <p:cNvPr id="44" name="Shape 33"/>
          <p:cNvSpPr/>
          <p:nvPr/>
        </p:nvSpPr>
        <p:spPr>
          <a:xfrm>
            <a:off x="1828800" y="3429000"/>
            <a:ext cx="3108960" cy="50292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34"/>
          <p:cNvSpPr/>
          <p:nvPr/>
        </p:nvSpPr>
        <p:spPr>
          <a:xfrm>
            <a:off x="1828800" y="3840480"/>
            <a:ext cx="12801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35"/>
          <p:cNvSpPr/>
          <p:nvPr/>
        </p:nvSpPr>
        <p:spPr>
          <a:xfrm>
            <a:off x="182880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5303520" y="731520"/>
            <a:ext cx="34747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Text 37"/>
          <p:cNvSpPr/>
          <p:nvPr/>
        </p:nvSpPr>
        <p:spPr>
          <a:xfrm>
            <a:off x="5440680" y="804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Library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5440680" y="1097280"/>
            <a:ext cx="106680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39"/>
          <p:cNvSpPr/>
          <p:nvPr/>
        </p:nvSpPr>
        <p:spPr>
          <a:xfrm>
            <a:off x="5486400" y="109728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750" dirty="0"/>
          </a:p>
        </p:txBody>
      </p:sp>
      <p:sp>
        <p:nvSpPr>
          <p:cNvPr id="51" name="Shape 40"/>
          <p:cNvSpPr/>
          <p:nvPr/>
        </p:nvSpPr>
        <p:spPr>
          <a:xfrm>
            <a:off x="6507480" y="1097280"/>
            <a:ext cx="106680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1"/>
          <p:cNvSpPr/>
          <p:nvPr/>
        </p:nvSpPr>
        <p:spPr>
          <a:xfrm>
            <a:off x="6553200" y="109728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50" dirty="0"/>
          </a:p>
        </p:txBody>
      </p:sp>
      <p:sp>
        <p:nvSpPr>
          <p:cNvPr id="53" name="Shape 42"/>
          <p:cNvSpPr/>
          <p:nvPr/>
        </p:nvSpPr>
        <p:spPr>
          <a:xfrm>
            <a:off x="7574280" y="1097280"/>
            <a:ext cx="1066800" cy="274320"/>
          </a:xfrm>
          <a:prstGeom prst="rect">
            <a:avLst/>
          </a:prstGeom>
          <a:solidFill>
            <a:srgbClr val="0D737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43"/>
          <p:cNvSpPr/>
          <p:nvPr/>
        </p:nvSpPr>
        <p:spPr>
          <a:xfrm>
            <a:off x="7620000" y="109728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55" name="Shape 44"/>
          <p:cNvSpPr/>
          <p:nvPr/>
        </p:nvSpPr>
        <p:spPr>
          <a:xfrm>
            <a:off x="5440680" y="137160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45"/>
          <p:cNvSpPr/>
          <p:nvPr/>
        </p:nvSpPr>
        <p:spPr>
          <a:xfrm>
            <a:off x="5486400" y="137160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minutes Q1</a:t>
            </a:r>
            <a:endParaRPr lang="en-US" sz="750" dirty="0"/>
          </a:p>
        </p:txBody>
      </p:sp>
      <p:sp>
        <p:nvSpPr>
          <p:cNvPr id="57" name="Shape 46"/>
          <p:cNvSpPr/>
          <p:nvPr/>
        </p:nvSpPr>
        <p:spPr>
          <a:xfrm>
            <a:off x="6507480" y="137160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47"/>
          <p:cNvSpPr/>
          <p:nvPr/>
        </p:nvSpPr>
        <p:spPr>
          <a:xfrm>
            <a:off x="6553200" y="137160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59" name="Shape 48"/>
          <p:cNvSpPr/>
          <p:nvPr/>
        </p:nvSpPr>
        <p:spPr>
          <a:xfrm>
            <a:off x="7574280" y="137160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49"/>
          <p:cNvSpPr/>
          <p:nvPr/>
        </p:nvSpPr>
        <p:spPr>
          <a:xfrm>
            <a:off x="7620000" y="137160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</a:t>
            </a:r>
            <a:endParaRPr lang="en-US" sz="750" dirty="0"/>
          </a:p>
        </p:txBody>
      </p:sp>
      <p:sp>
        <p:nvSpPr>
          <p:cNvPr id="61" name="Shape 50"/>
          <p:cNvSpPr/>
          <p:nvPr/>
        </p:nvSpPr>
        <p:spPr>
          <a:xfrm>
            <a:off x="5440680" y="164592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1"/>
          <p:cNvSpPr/>
          <p:nvPr/>
        </p:nvSpPr>
        <p:spPr>
          <a:xfrm>
            <a:off x="5486400" y="164592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review report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6507480" y="164592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53"/>
          <p:cNvSpPr/>
          <p:nvPr/>
        </p:nvSpPr>
        <p:spPr>
          <a:xfrm>
            <a:off x="6553200" y="164592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50" dirty="0"/>
          </a:p>
        </p:txBody>
      </p:sp>
      <p:sp>
        <p:nvSpPr>
          <p:cNvPr id="65" name="Shape 54"/>
          <p:cNvSpPr/>
          <p:nvPr/>
        </p:nvSpPr>
        <p:spPr>
          <a:xfrm>
            <a:off x="7574280" y="164592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55"/>
          <p:cNvSpPr/>
          <p:nvPr/>
        </p:nvSpPr>
        <p:spPr>
          <a:xfrm>
            <a:off x="7620000" y="164592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Jan</a:t>
            </a:r>
            <a:endParaRPr lang="en-US" sz="750" dirty="0"/>
          </a:p>
        </p:txBody>
      </p:sp>
      <p:sp>
        <p:nvSpPr>
          <p:cNvPr id="67" name="Shape 56"/>
          <p:cNvSpPr/>
          <p:nvPr/>
        </p:nvSpPr>
        <p:spPr>
          <a:xfrm>
            <a:off x="5440680" y="192024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57"/>
          <p:cNvSpPr/>
          <p:nvPr/>
        </p:nvSpPr>
        <p:spPr>
          <a:xfrm>
            <a:off x="5486400" y="192024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visit log</a:t>
            </a:r>
            <a:endParaRPr lang="en-US" sz="750" dirty="0"/>
          </a:p>
        </p:txBody>
      </p:sp>
      <p:sp>
        <p:nvSpPr>
          <p:cNvPr id="69" name="Shape 58"/>
          <p:cNvSpPr/>
          <p:nvPr/>
        </p:nvSpPr>
        <p:spPr>
          <a:xfrm>
            <a:off x="6507480" y="192024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59"/>
          <p:cNvSpPr/>
          <p:nvPr/>
        </p:nvSpPr>
        <p:spPr>
          <a:xfrm>
            <a:off x="6553200" y="192024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750" dirty="0"/>
          </a:p>
        </p:txBody>
      </p:sp>
      <p:sp>
        <p:nvSpPr>
          <p:cNvPr id="71" name="Shape 60"/>
          <p:cNvSpPr/>
          <p:nvPr/>
        </p:nvSpPr>
        <p:spPr>
          <a:xfrm>
            <a:off x="7574280" y="192024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1"/>
          <p:cNvSpPr/>
          <p:nvPr/>
        </p:nvSpPr>
        <p:spPr>
          <a:xfrm>
            <a:off x="7620000" y="192024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Feb</a:t>
            </a:r>
            <a:endParaRPr lang="en-US" sz="750" dirty="0"/>
          </a:p>
        </p:txBody>
      </p:sp>
      <p:sp>
        <p:nvSpPr>
          <p:cNvPr id="73" name="Shape 62"/>
          <p:cNvSpPr/>
          <p:nvPr/>
        </p:nvSpPr>
        <p:spPr>
          <a:xfrm>
            <a:off x="5440680" y="219456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63"/>
          <p:cNvSpPr/>
          <p:nvPr/>
        </p:nvSpPr>
        <p:spPr>
          <a:xfrm>
            <a:off x="5486400" y="219456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</a:t>
            </a:r>
            <a:endParaRPr lang="en-US" sz="750" dirty="0"/>
          </a:p>
        </p:txBody>
      </p:sp>
      <p:sp>
        <p:nvSpPr>
          <p:cNvPr id="75" name="Shape 64"/>
          <p:cNvSpPr/>
          <p:nvPr/>
        </p:nvSpPr>
        <p:spPr>
          <a:xfrm>
            <a:off x="6507480" y="219456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65"/>
          <p:cNvSpPr/>
          <p:nvPr/>
        </p:nvSpPr>
        <p:spPr>
          <a:xfrm>
            <a:off x="6553200" y="219456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50" dirty="0"/>
          </a:p>
        </p:txBody>
      </p:sp>
      <p:sp>
        <p:nvSpPr>
          <p:cNvPr id="77" name="Shape 66"/>
          <p:cNvSpPr/>
          <p:nvPr/>
        </p:nvSpPr>
        <p:spPr>
          <a:xfrm>
            <a:off x="7574280" y="219456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67"/>
          <p:cNvSpPr/>
          <p:nvPr/>
        </p:nvSpPr>
        <p:spPr>
          <a:xfrm>
            <a:off x="7620000" y="219456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Feb</a:t>
            </a:r>
            <a:endParaRPr lang="en-US" sz="750" dirty="0"/>
          </a:p>
        </p:txBody>
      </p:sp>
      <p:sp>
        <p:nvSpPr>
          <p:cNvPr id="79" name="Shape 68"/>
          <p:cNvSpPr/>
          <p:nvPr/>
        </p:nvSpPr>
        <p:spPr>
          <a:xfrm>
            <a:off x="5440680" y="246888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69"/>
          <p:cNvSpPr/>
          <p:nvPr/>
        </p:nvSpPr>
        <p:spPr>
          <a:xfrm>
            <a:off x="5486400" y="246888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plan v2</a:t>
            </a:r>
            <a:endParaRPr lang="en-US" sz="750" dirty="0"/>
          </a:p>
        </p:txBody>
      </p:sp>
      <p:sp>
        <p:nvSpPr>
          <p:cNvPr id="81" name="Shape 70"/>
          <p:cNvSpPr/>
          <p:nvPr/>
        </p:nvSpPr>
        <p:spPr>
          <a:xfrm>
            <a:off x="6507480" y="246888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1"/>
          <p:cNvSpPr/>
          <p:nvPr/>
        </p:nvSpPr>
        <p:spPr>
          <a:xfrm>
            <a:off x="6553200" y="246888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750" dirty="0"/>
          </a:p>
        </p:txBody>
      </p:sp>
      <p:sp>
        <p:nvSpPr>
          <p:cNvPr id="83" name="Shape 72"/>
          <p:cNvSpPr/>
          <p:nvPr/>
        </p:nvSpPr>
        <p:spPr>
          <a:xfrm>
            <a:off x="7574280" y="246888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73"/>
          <p:cNvSpPr/>
          <p:nvPr/>
        </p:nvSpPr>
        <p:spPr>
          <a:xfrm>
            <a:off x="7620000" y="246888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Feb</a:t>
            </a:r>
            <a:endParaRPr lang="en-US" sz="750" dirty="0"/>
          </a:p>
        </p:txBody>
      </p:sp>
      <p:sp>
        <p:nvSpPr>
          <p:cNvPr id="85" name="Shape 74"/>
          <p:cNvSpPr/>
          <p:nvPr/>
        </p:nvSpPr>
        <p:spPr>
          <a:xfrm>
            <a:off x="5440680" y="274320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75"/>
          <p:cNvSpPr/>
          <p:nvPr/>
        </p:nvSpPr>
        <p:spPr>
          <a:xfrm>
            <a:off x="5486400" y="274320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examiner report</a:t>
            </a:r>
            <a:endParaRPr lang="en-US" sz="750" dirty="0"/>
          </a:p>
        </p:txBody>
      </p:sp>
      <p:sp>
        <p:nvSpPr>
          <p:cNvPr id="87" name="Shape 76"/>
          <p:cNvSpPr/>
          <p:nvPr/>
        </p:nvSpPr>
        <p:spPr>
          <a:xfrm>
            <a:off x="6507480" y="274320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77"/>
          <p:cNvSpPr/>
          <p:nvPr/>
        </p:nvSpPr>
        <p:spPr>
          <a:xfrm>
            <a:off x="6553200" y="274320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50" dirty="0"/>
          </a:p>
        </p:txBody>
      </p:sp>
      <p:sp>
        <p:nvSpPr>
          <p:cNvPr id="89" name="Shape 78"/>
          <p:cNvSpPr/>
          <p:nvPr/>
        </p:nvSpPr>
        <p:spPr>
          <a:xfrm>
            <a:off x="7574280" y="274320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79"/>
          <p:cNvSpPr/>
          <p:nvPr/>
        </p:nvSpPr>
        <p:spPr>
          <a:xfrm>
            <a:off x="7620000" y="274320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Mar</a:t>
            </a:r>
            <a:endParaRPr lang="en-US" sz="750" dirty="0"/>
          </a:p>
        </p:txBody>
      </p:sp>
      <p:sp>
        <p:nvSpPr>
          <p:cNvPr id="91" name="Shape 80"/>
          <p:cNvSpPr/>
          <p:nvPr/>
        </p:nvSpPr>
        <p:spPr>
          <a:xfrm>
            <a:off x="5440680" y="301752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Text 81"/>
          <p:cNvSpPr/>
          <p:nvPr/>
        </p:nvSpPr>
        <p:spPr>
          <a:xfrm>
            <a:off x="5486400" y="301752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Ofsted SAR extract</a:t>
            </a:r>
            <a:endParaRPr lang="en-US" sz="750" dirty="0"/>
          </a:p>
        </p:txBody>
      </p:sp>
      <p:sp>
        <p:nvSpPr>
          <p:cNvPr id="93" name="Shape 82"/>
          <p:cNvSpPr/>
          <p:nvPr/>
        </p:nvSpPr>
        <p:spPr>
          <a:xfrm>
            <a:off x="6507480" y="301752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83"/>
          <p:cNvSpPr/>
          <p:nvPr/>
        </p:nvSpPr>
        <p:spPr>
          <a:xfrm>
            <a:off x="6553200" y="301752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</a:t>
            </a:r>
            <a:endParaRPr lang="en-US" sz="750" dirty="0"/>
          </a:p>
        </p:txBody>
      </p:sp>
      <p:sp>
        <p:nvSpPr>
          <p:cNvPr id="95" name="Shape 84"/>
          <p:cNvSpPr/>
          <p:nvPr/>
        </p:nvSpPr>
        <p:spPr>
          <a:xfrm>
            <a:off x="7574280" y="3017520"/>
            <a:ext cx="1066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85"/>
          <p:cNvSpPr/>
          <p:nvPr/>
        </p:nvSpPr>
        <p:spPr>
          <a:xfrm>
            <a:off x="7620000" y="3017520"/>
            <a:ext cx="97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Mar</a:t>
            </a:r>
            <a:endParaRPr lang="en-US" sz="750" dirty="0"/>
          </a:p>
        </p:txBody>
      </p:sp>
      <p:sp>
        <p:nvSpPr>
          <p:cNvPr id="97" name="Text 86"/>
          <p:cNvSpPr/>
          <p:nvPr/>
        </p:nvSpPr>
        <p:spPr>
          <a:xfrm>
            <a:off x="5440680" y="3429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</a:t>
            </a:r>
            <a:endParaRPr lang="en-US" sz="750" dirty="0"/>
          </a:p>
        </p:txBody>
      </p:sp>
      <p:sp>
        <p:nvSpPr>
          <p:cNvPr id="98" name="Shape 87"/>
          <p:cNvSpPr/>
          <p:nvPr/>
        </p:nvSpPr>
        <p:spPr>
          <a:xfrm>
            <a:off x="5440680" y="3639312"/>
            <a:ext cx="960120" cy="20116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88"/>
          <p:cNvSpPr/>
          <p:nvPr/>
        </p:nvSpPr>
        <p:spPr>
          <a:xfrm>
            <a:off x="5440680" y="3639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100" name="Shape 89"/>
          <p:cNvSpPr/>
          <p:nvPr/>
        </p:nvSpPr>
        <p:spPr>
          <a:xfrm>
            <a:off x="6537960" y="3639312"/>
            <a:ext cx="960120" cy="20116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0"/>
          <p:cNvSpPr/>
          <p:nvPr/>
        </p:nvSpPr>
        <p:spPr>
          <a:xfrm>
            <a:off x="6537960" y="3639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102" name="Shape 91"/>
          <p:cNvSpPr/>
          <p:nvPr/>
        </p:nvSpPr>
        <p:spPr>
          <a:xfrm>
            <a:off x="7635240" y="3639312"/>
            <a:ext cx="960120" cy="20116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92"/>
          <p:cNvSpPr/>
          <p:nvPr/>
        </p:nvSpPr>
        <p:spPr>
          <a:xfrm>
            <a:off x="7635240" y="3639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700" dirty="0"/>
          </a:p>
        </p:txBody>
      </p:sp>
      <p:sp>
        <p:nvSpPr>
          <p:cNvPr id="104" name="Shape 93"/>
          <p:cNvSpPr/>
          <p:nvPr/>
        </p:nvSpPr>
        <p:spPr>
          <a:xfrm>
            <a:off x="5440680" y="3913632"/>
            <a:ext cx="960120" cy="20116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94"/>
          <p:cNvSpPr/>
          <p:nvPr/>
        </p:nvSpPr>
        <p:spPr>
          <a:xfrm>
            <a:off x="5440680" y="3913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00" dirty="0"/>
          </a:p>
        </p:txBody>
      </p:sp>
      <p:sp>
        <p:nvSpPr>
          <p:cNvPr id="106" name="Shape 95"/>
          <p:cNvSpPr/>
          <p:nvPr/>
        </p:nvSpPr>
        <p:spPr>
          <a:xfrm>
            <a:off x="6537960" y="3913632"/>
            <a:ext cx="960120" cy="20116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96"/>
          <p:cNvSpPr/>
          <p:nvPr/>
        </p:nvSpPr>
        <p:spPr>
          <a:xfrm>
            <a:off x="6537960" y="3913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700" dirty="0"/>
          </a:p>
        </p:txBody>
      </p:sp>
      <p:sp>
        <p:nvSpPr>
          <p:cNvPr id="108" name="Shape 97"/>
          <p:cNvSpPr/>
          <p:nvPr/>
        </p:nvSpPr>
        <p:spPr>
          <a:xfrm>
            <a:off x="7635240" y="3913632"/>
            <a:ext cx="960120" cy="20116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98"/>
          <p:cNvSpPr/>
          <p:nvPr/>
        </p:nvSpPr>
        <p:spPr>
          <a:xfrm>
            <a:off x="7635240" y="3913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</a:t>
            </a:r>
            <a:endParaRPr lang="en-US" sz="700" dirty="0"/>
          </a:p>
        </p:txBody>
      </p:sp>
      <p:sp>
        <p:nvSpPr>
          <p:cNvPr id="110" name="Shape 99"/>
          <p:cNvSpPr/>
          <p:nvPr/>
        </p:nvSpPr>
        <p:spPr>
          <a:xfrm>
            <a:off x="1645920" y="4297680"/>
            <a:ext cx="71323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1" name="Text 100"/>
          <p:cNvSpPr/>
          <p:nvPr/>
        </p:nvSpPr>
        <p:spPr>
          <a:xfrm>
            <a:off x="1783080" y="43708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Ofsted Readiness</a:t>
            </a:r>
            <a:endParaRPr lang="en-US" sz="1000" dirty="0"/>
          </a:p>
        </p:txBody>
      </p:sp>
      <p:sp>
        <p:nvSpPr>
          <p:cNvPr id="112" name="Shape 101"/>
          <p:cNvSpPr/>
          <p:nvPr/>
        </p:nvSpPr>
        <p:spPr>
          <a:xfrm>
            <a:off x="1828800" y="4572000"/>
            <a:ext cx="6766560" cy="10972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3" name="Shape 102"/>
          <p:cNvSpPr/>
          <p:nvPr/>
        </p:nvSpPr>
        <p:spPr>
          <a:xfrm>
            <a:off x="1828800" y="4572000"/>
            <a:ext cx="4871923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4" name="Text 103"/>
          <p:cNvSpPr/>
          <p:nvPr/>
        </p:nvSpPr>
        <p:spPr>
          <a:xfrm>
            <a:off x="6400800" y="4462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evidence coverage</a:t>
            </a:r>
            <a:endParaRPr lang="en-US" sz="750" dirty="0"/>
          </a:p>
        </p:txBody>
      </p:sp>
      <p:sp>
        <p:nvSpPr>
          <p:cNvPr id="115" name="Text 104"/>
          <p:cNvSpPr/>
          <p:nvPr/>
        </p:nvSpPr>
        <p:spPr>
          <a:xfrm>
            <a:off x="1463040" y="48920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6: Evidence Log — Centralised evidence storage, mentor feedback, Ofsted readiness tracking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800</Words>
  <Application>Microsoft Office PowerPoint</Application>
  <PresentationFormat>On-screen Show (16:9)</PresentationFormat>
  <Paragraphs>361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Wireframes - Sprint 1 Design</dc:title>
  <dc:subject>PptxGenJS Presentation</dc:subject>
  <dc:creator>Alin &amp; Larisa</dc:creator>
  <cp:lastModifiedBy>Alin Golesie</cp:lastModifiedBy>
  <cp:revision>1</cp:revision>
  <dcterms:created xsi:type="dcterms:W3CDTF">2026-06-10T15:11:32Z</dcterms:created>
  <dcterms:modified xsi:type="dcterms:W3CDTF">2026-06-10T22:46:00Z</dcterms:modified>
</cp:coreProperties>
</file>